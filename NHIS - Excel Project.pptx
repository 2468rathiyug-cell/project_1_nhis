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71" r:id="rId4"/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EB4A9A-6307-46B2-BA5E-D1BF8A48F2D1}" v="76" dt="2026-01-22T13:12:42.888"/>
    <p1510:client id="{C7EDC2CE-D5FC-4B46-A43C-34951BF32A4F}" v="237" dt="2026-01-22T18:16:49.476"/>
    <p1510:client id="{CF34BEA1-2A2B-49F6-93B9-F09B181FE444}" v="214" dt="2026-01-22T19:12:30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498F31-230C-408A-ABD7-40BF029B44A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4AB822-4B2F-4074-8FBE-9C2858318C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Bike-sharing systems generate large amounts of data related to time, weather, and user behavior.</a:t>
          </a:r>
        </a:p>
      </dgm:t>
    </dgm:pt>
    <dgm:pt modelId="{9961DC94-8DB1-42FC-B4D3-74172B6AB89F}" type="parTrans" cxnId="{787E89BE-D2CB-4D55-9BA2-2397E8352CD9}">
      <dgm:prSet/>
      <dgm:spPr/>
      <dgm:t>
        <a:bodyPr/>
        <a:lstStyle/>
        <a:p>
          <a:endParaRPr lang="en-US"/>
        </a:p>
      </dgm:t>
    </dgm:pt>
    <dgm:pt modelId="{9C3018FC-69B5-4BCF-919C-5B3CA67C77A8}" type="sibTrans" cxnId="{787E89BE-D2CB-4D55-9BA2-2397E8352CD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EAC27FD-A89C-4248-8DE6-603B1F4850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data is often </a:t>
          </a:r>
          <a:r>
            <a:rPr lang="en-US" b="1"/>
            <a:t>not effectively analyzed</a:t>
          </a:r>
          <a:r>
            <a:rPr lang="en-US"/>
            <a:t> to understand demand patterns.</a:t>
          </a:r>
        </a:p>
      </dgm:t>
    </dgm:pt>
    <dgm:pt modelId="{3B9AE8F6-2647-41C1-A5D6-54EDD1902632}" type="parTrans" cxnId="{86F91B89-A3F6-4936-8467-655847ECA399}">
      <dgm:prSet/>
      <dgm:spPr/>
      <dgm:t>
        <a:bodyPr/>
        <a:lstStyle/>
        <a:p>
          <a:endParaRPr lang="en-US"/>
        </a:p>
      </dgm:t>
    </dgm:pt>
    <dgm:pt modelId="{A32B6133-0229-4B22-998F-ECCA17880C03}" type="sibTrans" cxnId="{86F91B89-A3F6-4936-8467-655847ECA3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15BE7F1-C00C-4733-8679-6FBD2EC62D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Lack of clear insights makes it difficult to </a:t>
          </a:r>
          <a:r>
            <a:rPr lang="en-US" b="1"/>
            <a:t>identify peak usage and demand drivers</a:t>
          </a:r>
          <a:r>
            <a:rPr lang="en-US"/>
            <a:t>.</a:t>
          </a:r>
        </a:p>
      </dgm:t>
    </dgm:pt>
    <dgm:pt modelId="{14F16F2C-68AD-4FAC-BCBF-B8280DF9A3B8}" type="parTrans" cxnId="{76E92E7E-B515-4E91-BD54-2C77CDA08E5F}">
      <dgm:prSet/>
      <dgm:spPr/>
      <dgm:t>
        <a:bodyPr/>
        <a:lstStyle/>
        <a:p>
          <a:endParaRPr lang="en-US"/>
        </a:p>
      </dgm:t>
    </dgm:pt>
    <dgm:pt modelId="{CB1EFBF7-90E6-4E96-B4F3-EC3A4B2ECF10}" type="sibTrans" cxnId="{76E92E7E-B515-4E91-BD54-2C77CDA08E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8B3CBEF-D5ED-4286-AB3F-F66E9BC96E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Inefficient analysis can lead to </a:t>
          </a:r>
          <a:r>
            <a:rPr lang="en-US" b="1"/>
            <a:t>poor resource planning and operational decisions</a:t>
          </a:r>
          <a:r>
            <a:rPr lang="en-US"/>
            <a:t>.</a:t>
          </a:r>
        </a:p>
      </dgm:t>
    </dgm:pt>
    <dgm:pt modelId="{CFD7E97D-E537-4409-AFCD-E31D53A882EA}" type="parTrans" cxnId="{65466170-328D-4B1E-98A8-62929E401478}">
      <dgm:prSet/>
      <dgm:spPr/>
      <dgm:t>
        <a:bodyPr/>
        <a:lstStyle/>
        <a:p>
          <a:endParaRPr lang="en-US"/>
        </a:p>
      </dgm:t>
    </dgm:pt>
    <dgm:pt modelId="{828CAB6F-8CC3-4BE7-A9FE-A59450DAA277}" type="sibTrans" cxnId="{65466170-328D-4B1E-98A8-62929E401478}">
      <dgm:prSet/>
      <dgm:spPr/>
      <dgm:t>
        <a:bodyPr/>
        <a:lstStyle/>
        <a:p>
          <a:endParaRPr lang="en-US"/>
        </a:p>
      </dgm:t>
    </dgm:pt>
    <dgm:pt modelId="{23848A57-80AB-4C41-8F09-B5AB3A7F4343}" type="pres">
      <dgm:prSet presAssocID="{A7498F31-230C-408A-ABD7-40BF029B44A0}" presName="root" presStyleCnt="0">
        <dgm:presLayoutVars>
          <dgm:dir/>
          <dgm:resizeHandles val="exact"/>
        </dgm:presLayoutVars>
      </dgm:prSet>
      <dgm:spPr/>
    </dgm:pt>
    <dgm:pt modelId="{2ACF3FA1-C43E-42BE-AFED-7B843CD7159E}" type="pres">
      <dgm:prSet presAssocID="{A7498F31-230C-408A-ABD7-40BF029B44A0}" presName="container" presStyleCnt="0">
        <dgm:presLayoutVars>
          <dgm:dir/>
          <dgm:resizeHandles val="exact"/>
        </dgm:presLayoutVars>
      </dgm:prSet>
      <dgm:spPr/>
    </dgm:pt>
    <dgm:pt modelId="{AD710D2F-6696-4D72-9130-B0DE3560A443}" type="pres">
      <dgm:prSet presAssocID="{D64AB822-4B2F-4074-8FBE-9C2858318C99}" presName="compNode" presStyleCnt="0"/>
      <dgm:spPr/>
    </dgm:pt>
    <dgm:pt modelId="{F817CB8E-308F-4D24-AFB7-04FD077F5091}" type="pres">
      <dgm:prSet presAssocID="{D64AB822-4B2F-4074-8FBE-9C2858318C99}" presName="iconBgRect" presStyleLbl="bgShp" presStyleIdx="0" presStyleCnt="4"/>
      <dgm:spPr/>
    </dgm:pt>
    <dgm:pt modelId="{891044C4-7460-4C40-BA8C-E1DA99AB8F96}" type="pres">
      <dgm:prSet presAssocID="{D64AB822-4B2F-4074-8FBE-9C2858318C9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4C0DD601-71E8-4EA4-8B00-12A943A8AA57}" type="pres">
      <dgm:prSet presAssocID="{D64AB822-4B2F-4074-8FBE-9C2858318C99}" presName="spaceRect" presStyleCnt="0"/>
      <dgm:spPr/>
    </dgm:pt>
    <dgm:pt modelId="{F0D5F717-3FA6-4FC9-A667-1A6B44F8054B}" type="pres">
      <dgm:prSet presAssocID="{D64AB822-4B2F-4074-8FBE-9C2858318C99}" presName="textRect" presStyleLbl="revTx" presStyleIdx="0" presStyleCnt="4">
        <dgm:presLayoutVars>
          <dgm:chMax val="1"/>
          <dgm:chPref val="1"/>
        </dgm:presLayoutVars>
      </dgm:prSet>
      <dgm:spPr/>
    </dgm:pt>
    <dgm:pt modelId="{8200CF14-9971-4E47-9736-15084433123A}" type="pres">
      <dgm:prSet presAssocID="{9C3018FC-69B5-4BCF-919C-5B3CA67C77A8}" presName="sibTrans" presStyleLbl="sibTrans2D1" presStyleIdx="0" presStyleCnt="0"/>
      <dgm:spPr/>
    </dgm:pt>
    <dgm:pt modelId="{B1C4D85C-F0E8-40A9-B48A-27D53E6CBFEC}" type="pres">
      <dgm:prSet presAssocID="{9EAC27FD-A89C-4248-8DE6-603B1F48509E}" presName="compNode" presStyleCnt="0"/>
      <dgm:spPr/>
    </dgm:pt>
    <dgm:pt modelId="{2B011AB8-9C85-4E94-8735-6F42BC107144}" type="pres">
      <dgm:prSet presAssocID="{9EAC27FD-A89C-4248-8DE6-603B1F48509E}" presName="iconBgRect" presStyleLbl="bgShp" presStyleIdx="1" presStyleCnt="4"/>
      <dgm:spPr/>
    </dgm:pt>
    <dgm:pt modelId="{32DA75AF-0280-4120-BA51-DB887D663166}" type="pres">
      <dgm:prSet presAssocID="{9EAC27FD-A89C-4248-8DE6-603B1F48509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E54B8C2-21DA-4C87-BCED-0FEFB66CB5D7}" type="pres">
      <dgm:prSet presAssocID="{9EAC27FD-A89C-4248-8DE6-603B1F48509E}" presName="spaceRect" presStyleCnt="0"/>
      <dgm:spPr/>
    </dgm:pt>
    <dgm:pt modelId="{08AFC93A-CE67-49F0-B186-533DB33A2696}" type="pres">
      <dgm:prSet presAssocID="{9EAC27FD-A89C-4248-8DE6-603B1F48509E}" presName="textRect" presStyleLbl="revTx" presStyleIdx="1" presStyleCnt="4">
        <dgm:presLayoutVars>
          <dgm:chMax val="1"/>
          <dgm:chPref val="1"/>
        </dgm:presLayoutVars>
      </dgm:prSet>
      <dgm:spPr/>
    </dgm:pt>
    <dgm:pt modelId="{C8ECBDF4-E448-4318-A88C-0D719E9FC21D}" type="pres">
      <dgm:prSet presAssocID="{A32B6133-0229-4B22-998F-ECCA17880C03}" presName="sibTrans" presStyleLbl="sibTrans2D1" presStyleIdx="0" presStyleCnt="0"/>
      <dgm:spPr/>
    </dgm:pt>
    <dgm:pt modelId="{268BA56A-2F5C-41FE-ADD9-D82264DB4320}" type="pres">
      <dgm:prSet presAssocID="{915BE7F1-C00C-4733-8679-6FBD2EC62DB6}" presName="compNode" presStyleCnt="0"/>
      <dgm:spPr/>
    </dgm:pt>
    <dgm:pt modelId="{DFBB6E86-0FDD-4E9D-8B0A-3460DB8CD3C9}" type="pres">
      <dgm:prSet presAssocID="{915BE7F1-C00C-4733-8679-6FBD2EC62DB6}" presName="iconBgRect" presStyleLbl="bgShp" presStyleIdx="2" presStyleCnt="4"/>
      <dgm:spPr/>
    </dgm:pt>
    <dgm:pt modelId="{1CD70CB2-D498-4775-855D-0535CD9AD694}" type="pres">
      <dgm:prSet presAssocID="{915BE7F1-C00C-4733-8679-6FBD2EC62DB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ECE5383E-D3F8-40F1-BE70-8F8FEDCAB99F}" type="pres">
      <dgm:prSet presAssocID="{915BE7F1-C00C-4733-8679-6FBD2EC62DB6}" presName="spaceRect" presStyleCnt="0"/>
      <dgm:spPr/>
    </dgm:pt>
    <dgm:pt modelId="{3D52B32D-22E3-4DFD-AD1B-471DB58125F8}" type="pres">
      <dgm:prSet presAssocID="{915BE7F1-C00C-4733-8679-6FBD2EC62DB6}" presName="textRect" presStyleLbl="revTx" presStyleIdx="2" presStyleCnt="4">
        <dgm:presLayoutVars>
          <dgm:chMax val="1"/>
          <dgm:chPref val="1"/>
        </dgm:presLayoutVars>
      </dgm:prSet>
      <dgm:spPr/>
    </dgm:pt>
    <dgm:pt modelId="{08E847B9-AFD1-4F34-9EC1-088A6708866A}" type="pres">
      <dgm:prSet presAssocID="{CB1EFBF7-90E6-4E96-B4F3-EC3A4B2ECF10}" presName="sibTrans" presStyleLbl="sibTrans2D1" presStyleIdx="0" presStyleCnt="0"/>
      <dgm:spPr/>
    </dgm:pt>
    <dgm:pt modelId="{542A492E-2B3C-4884-88FE-ABF48D9509B2}" type="pres">
      <dgm:prSet presAssocID="{F8B3CBEF-D5ED-4286-AB3F-F66E9BC96E76}" presName="compNode" presStyleCnt="0"/>
      <dgm:spPr/>
    </dgm:pt>
    <dgm:pt modelId="{1CE59900-A182-42C1-8111-8F385A973302}" type="pres">
      <dgm:prSet presAssocID="{F8B3CBEF-D5ED-4286-AB3F-F66E9BC96E76}" presName="iconBgRect" presStyleLbl="bgShp" presStyleIdx="3" presStyleCnt="4"/>
      <dgm:spPr/>
    </dgm:pt>
    <dgm:pt modelId="{6DA187BB-50C9-43BD-9C40-915BF24FDC49}" type="pres">
      <dgm:prSet presAssocID="{F8B3CBEF-D5ED-4286-AB3F-F66E9BC96E7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E063B7F-5FBC-4F29-9563-D41545ADA47D}" type="pres">
      <dgm:prSet presAssocID="{F8B3CBEF-D5ED-4286-AB3F-F66E9BC96E76}" presName="spaceRect" presStyleCnt="0"/>
      <dgm:spPr/>
    </dgm:pt>
    <dgm:pt modelId="{85074916-51FC-4C6C-9022-EDD32B882C39}" type="pres">
      <dgm:prSet presAssocID="{F8B3CBEF-D5ED-4286-AB3F-F66E9BC96E7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ABB310D-BB26-47EE-8FD3-F996A5F7AF6E}" type="presOf" srcId="{9EAC27FD-A89C-4248-8DE6-603B1F48509E}" destId="{08AFC93A-CE67-49F0-B186-533DB33A2696}" srcOrd="0" destOrd="0" presId="urn:microsoft.com/office/officeart/2018/2/layout/IconCircleList"/>
    <dgm:cxn modelId="{2480491C-0207-4F9A-B0B4-C10CDA74752B}" type="presOf" srcId="{915BE7F1-C00C-4733-8679-6FBD2EC62DB6}" destId="{3D52B32D-22E3-4DFD-AD1B-471DB58125F8}" srcOrd="0" destOrd="0" presId="urn:microsoft.com/office/officeart/2018/2/layout/IconCircleList"/>
    <dgm:cxn modelId="{61701126-1327-48CB-B01C-B809C79762EA}" type="presOf" srcId="{D64AB822-4B2F-4074-8FBE-9C2858318C99}" destId="{F0D5F717-3FA6-4FC9-A667-1A6B44F8054B}" srcOrd="0" destOrd="0" presId="urn:microsoft.com/office/officeart/2018/2/layout/IconCircleList"/>
    <dgm:cxn modelId="{67DA6435-C076-484E-8451-7E139A64B199}" type="presOf" srcId="{A7498F31-230C-408A-ABD7-40BF029B44A0}" destId="{23848A57-80AB-4C41-8F09-B5AB3A7F4343}" srcOrd="0" destOrd="0" presId="urn:microsoft.com/office/officeart/2018/2/layout/IconCircleList"/>
    <dgm:cxn modelId="{6B019D66-BD3A-4FD6-BCBD-D087CEFB1ED5}" type="presOf" srcId="{CB1EFBF7-90E6-4E96-B4F3-EC3A4B2ECF10}" destId="{08E847B9-AFD1-4F34-9EC1-088A6708866A}" srcOrd="0" destOrd="0" presId="urn:microsoft.com/office/officeart/2018/2/layout/IconCircleList"/>
    <dgm:cxn modelId="{65466170-328D-4B1E-98A8-62929E401478}" srcId="{A7498F31-230C-408A-ABD7-40BF029B44A0}" destId="{F8B3CBEF-D5ED-4286-AB3F-F66E9BC96E76}" srcOrd="3" destOrd="0" parTransId="{CFD7E97D-E537-4409-AFCD-E31D53A882EA}" sibTransId="{828CAB6F-8CC3-4BE7-A9FE-A59450DAA277}"/>
    <dgm:cxn modelId="{76E92E7E-B515-4E91-BD54-2C77CDA08E5F}" srcId="{A7498F31-230C-408A-ABD7-40BF029B44A0}" destId="{915BE7F1-C00C-4733-8679-6FBD2EC62DB6}" srcOrd="2" destOrd="0" parTransId="{14F16F2C-68AD-4FAC-BCBF-B8280DF9A3B8}" sibTransId="{CB1EFBF7-90E6-4E96-B4F3-EC3A4B2ECF10}"/>
    <dgm:cxn modelId="{86F91B89-A3F6-4936-8467-655847ECA399}" srcId="{A7498F31-230C-408A-ABD7-40BF029B44A0}" destId="{9EAC27FD-A89C-4248-8DE6-603B1F48509E}" srcOrd="1" destOrd="0" parTransId="{3B9AE8F6-2647-41C1-A5D6-54EDD1902632}" sibTransId="{A32B6133-0229-4B22-998F-ECCA17880C03}"/>
    <dgm:cxn modelId="{787E89BE-D2CB-4D55-9BA2-2397E8352CD9}" srcId="{A7498F31-230C-408A-ABD7-40BF029B44A0}" destId="{D64AB822-4B2F-4074-8FBE-9C2858318C99}" srcOrd="0" destOrd="0" parTransId="{9961DC94-8DB1-42FC-B4D3-74172B6AB89F}" sibTransId="{9C3018FC-69B5-4BCF-919C-5B3CA67C77A8}"/>
    <dgm:cxn modelId="{A4E88DD0-A39F-4C43-B8F1-7D7907C43D1D}" type="presOf" srcId="{9C3018FC-69B5-4BCF-919C-5B3CA67C77A8}" destId="{8200CF14-9971-4E47-9736-15084433123A}" srcOrd="0" destOrd="0" presId="urn:microsoft.com/office/officeart/2018/2/layout/IconCircleList"/>
    <dgm:cxn modelId="{F53006DD-674D-46FB-8784-14055BC0531C}" type="presOf" srcId="{F8B3CBEF-D5ED-4286-AB3F-F66E9BC96E76}" destId="{85074916-51FC-4C6C-9022-EDD32B882C39}" srcOrd="0" destOrd="0" presId="urn:microsoft.com/office/officeart/2018/2/layout/IconCircleList"/>
    <dgm:cxn modelId="{E77422EE-5825-4DA6-83B5-6B77B65FCDCE}" type="presOf" srcId="{A32B6133-0229-4B22-998F-ECCA17880C03}" destId="{C8ECBDF4-E448-4318-A88C-0D719E9FC21D}" srcOrd="0" destOrd="0" presId="urn:microsoft.com/office/officeart/2018/2/layout/IconCircleList"/>
    <dgm:cxn modelId="{0B79B1CB-9E83-4847-9422-D7EBAF2BF74C}" type="presParOf" srcId="{23848A57-80AB-4C41-8F09-B5AB3A7F4343}" destId="{2ACF3FA1-C43E-42BE-AFED-7B843CD7159E}" srcOrd="0" destOrd="0" presId="urn:microsoft.com/office/officeart/2018/2/layout/IconCircleList"/>
    <dgm:cxn modelId="{BEC2EF82-022F-4A95-9C90-ECC6CA2FFACD}" type="presParOf" srcId="{2ACF3FA1-C43E-42BE-AFED-7B843CD7159E}" destId="{AD710D2F-6696-4D72-9130-B0DE3560A443}" srcOrd="0" destOrd="0" presId="urn:microsoft.com/office/officeart/2018/2/layout/IconCircleList"/>
    <dgm:cxn modelId="{6A754F89-3C0A-4B81-B297-2EE5E1193168}" type="presParOf" srcId="{AD710D2F-6696-4D72-9130-B0DE3560A443}" destId="{F817CB8E-308F-4D24-AFB7-04FD077F5091}" srcOrd="0" destOrd="0" presId="urn:microsoft.com/office/officeart/2018/2/layout/IconCircleList"/>
    <dgm:cxn modelId="{4A90D180-7E7F-4FFB-B41F-DAD05C6AB4B2}" type="presParOf" srcId="{AD710D2F-6696-4D72-9130-B0DE3560A443}" destId="{891044C4-7460-4C40-BA8C-E1DA99AB8F96}" srcOrd="1" destOrd="0" presId="urn:microsoft.com/office/officeart/2018/2/layout/IconCircleList"/>
    <dgm:cxn modelId="{2BDACB94-3EE3-44AA-A6D1-9BFD824710D1}" type="presParOf" srcId="{AD710D2F-6696-4D72-9130-B0DE3560A443}" destId="{4C0DD601-71E8-4EA4-8B00-12A943A8AA57}" srcOrd="2" destOrd="0" presId="urn:microsoft.com/office/officeart/2018/2/layout/IconCircleList"/>
    <dgm:cxn modelId="{EEA49FC5-0FAF-4AF5-A202-26B760B2E9D4}" type="presParOf" srcId="{AD710D2F-6696-4D72-9130-B0DE3560A443}" destId="{F0D5F717-3FA6-4FC9-A667-1A6B44F8054B}" srcOrd="3" destOrd="0" presId="urn:microsoft.com/office/officeart/2018/2/layout/IconCircleList"/>
    <dgm:cxn modelId="{77F063D0-B893-459B-B38A-0C89C7BD1B4B}" type="presParOf" srcId="{2ACF3FA1-C43E-42BE-AFED-7B843CD7159E}" destId="{8200CF14-9971-4E47-9736-15084433123A}" srcOrd="1" destOrd="0" presId="urn:microsoft.com/office/officeart/2018/2/layout/IconCircleList"/>
    <dgm:cxn modelId="{9ABCD5ED-1F16-4DCE-B14F-463301F90C28}" type="presParOf" srcId="{2ACF3FA1-C43E-42BE-AFED-7B843CD7159E}" destId="{B1C4D85C-F0E8-40A9-B48A-27D53E6CBFEC}" srcOrd="2" destOrd="0" presId="urn:microsoft.com/office/officeart/2018/2/layout/IconCircleList"/>
    <dgm:cxn modelId="{139A0BEA-AA01-4D68-9B0F-2C4F0259EE42}" type="presParOf" srcId="{B1C4D85C-F0E8-40A9-B48A-27D53E6CBFEC}" destId="{2B011AB8-9C85-4E94-8735-6F42BC107144}" srcOrd="0" destOrd="0" presId="urn:microsoft.com/office/officeart/2018/2/layout/IconCircleList"/>
    <dgm:cxn modelId="{85BA8A88-9B0A-46C2-AA36-4909A7C1AE42}" type="presParOf" srcId="{B1C4D85C-F0E8-40A9-B48A-27D53E6CBFEC}" destId="{32DA75AF-0280-4120-BA51-DB887D663166}" srcOrd="1" destOrd="0" presId="urn:microsoft.com/office/officeart/2018/2/layout/IconCircleList"/>
    <dgm:cxn modelId="{85C2E59D-11AA-4DEC-B7CE-E4463510DEB5}" type="presParOf" srcId="{B1C4D85C-F0E8-40A9-B48A-27D53E6CBFEC}" destId="{DE54B8C2-21DA-4C87-BCED-0FEFB66CB5D7}" srcOrd="2" destOrd="0" presId="urn:microsoft.com/office/officeart/2018/2/layout/IconCircleList"/>
    <dgm:cxn modelId="{A43E641F-75B2-44F9-8740-DA861DBA21EA}" type="presParOf" srcId="{B1C4D85C-F0E8-40A9-B48A-27D53E6CBFEC}" destId="{08AFC93A-CE67-49F0-B186-533DB33A2696}" srcOrd="3" destOrd="0" presId="urn:microsoft.com/office/officeart/2018/2/layout/IconCircleList"/>
    <dgm:cxn modelId="{FB4AA1A0-7202-40F9-9B1A-4BD407AE2550}" type="presParOf" srcId="{2ACF3FA1-C43E-42BE-AFED-7B843CD7159E}" destId="{C8ECBDF4-E448-4318-A88C-0D719E9FC21D}" srcOrd="3" destOrd="0" presId="urn:microsoft.com/office/officeart/2018/2/layout/IconCircleList"/>
    <dgm:cxn modelId="{F5425051-114B-41B6-B19E-595C08ACDECD}" type="presParOf" srcId="{2ACF3FA1-C43E-42BE-AFED-7B843CD7159E}" destId="{268BA56A-2F5C-41FE-ADD9-D82264DB4320}" srcOrd="4" destOrd="0" presId="urn:microsoft.com/office/officeart/2018/2/layout/IconCircleList"/>
    <dgm:cxn modelId="{FA3DA97C-B3A8-445A-9CCB-8B4D90D1D961}" type="presParOf" srcId="{268BA56A-2F5C-41FE-ADD9-D82264DB4320}" destId="{DFBB6E86-0FDD-4E9D-8B0A-3460DB8CD3C9}" srcOrd="0" destOrd="0" presId="urn:microsoft.com/office/officeart/2018/2/layout/IconCircleList"/>
    <dgm:cxn modelId="{58468903-9220-4A5A-93EF-7242D313E6E2}" type="presParOf" srcId="{268BA56A-2F5C-41FE-ADD9-D82264DB4320}" destId="{1CD70CB2-D498-4775-855D-0535CD9AD694}" srcOrd="1" destOrd="0" presId="urn:microsoft.com/office/officeart/2018/2/layout/IconCircleList"/>
    <dgm:cxn modelId="{948BF292-4BA9-4B16-91F7-CCDF61A8CA0E}" type="presParOf" srcId="{268BA56A-2F5C-41FE-ADD9-D82264DB4320}" destId="{ECE5383E-D3F8-40F1-BE70-8F8FEDCAB99F}" srcOrd="2" destOrd="0" presId="urn:microsoft.com/office/officeart/2018/2/layout/IconCircleList"/>
    <dgm:cxn modelId="{3A0D6475-AFF4-4977-AD2B-7DCEE85F4AEE}" type="presParOf" srcId="{268BA56A-2F5C-41FE-ADD9-D82264DB4320}" destId="{3D52B32D-22E3-4DFD-AD1B-471DB58125F8}" srcOrd="3" destOrd="0" presId="urn:microsoft.com/office/officeart/2018/2/layout/IconCircleList"/>
    <dgm:cxn modelId="{115A56D2-AC2C-4874-A5D0-006D08D7B7FD}" type="presParOf" srcId="{2ACF3FA1-C43E-42BE-AFED-7B843CD7159E}" destId="{08E847B9-AFD1-4F34-9EC1-088A6708866A}" srcOrd="5" destOrd="0" presId="urn:microsoft.com/office/officeart/2018/2/layout/IconCircleList"/>
    <dgm:cxn modelId="{9FF0ED6E-AC49-4939-91E4-491CC652B4A4}" type="presParOf" srcId="{2ACF3FA1-C43E-42BE-AFED-7B843CD7159E}" destId="{542A492E-2B3C-4884-88FE-ABF48D9509B2}" srcOrd="6" destOrd="0" presId="urn:microsoft.com/office/officeart/2018/2/layout/IconCircleList"/>
    <dgm:cxn modelId="{DA3CA2B7-6C49-45A8-8862-F0057B32519E}" type="presParOf" srcId="{542A492E-2B3C-4884-88FE-ABF48D9509B2}" destId="{1CE59900-A182-42C1-8111-8F385A973302}" srcOrd="0" destOrd="0" presId="urn:microsoft.com/office/officeart/2018/2/layout/IconCircleList"/>
    <dgm:cxn modelId="{809D4D53-4952-4010-8968-82C66E91A568}" type="presParOf" srcId="{542A492E-2B3C-4884-88FE-ABF48D9509B2}" destId="{6DA187BB-50C9-43BD-9C40-915BF24FDC49}" srcOrd="1" destOrd="0" presId="urn:microsoft.com/office/officeart/2018/2/layout/IconCircleList"/>
    <dgm:cxn modelId="{D4FD3925-E704-45B1-B9B2-33F8AC32B121}" type="presParOf" srcId="{542A492E-2B3C-4884-88FE-ABF48D9509B2}" destId="{4E063B7F-5FBC-4F29-9563-D41545ADA47D}" srcOrd="2" destOrd="0" presId="urn:microsoft.com/office/officeart/2018/2/layout/IconCircleList"/>
    <dgm:cxn modelId="{F5FE11A3-334A-49F7-B8CC-B9D52A58F140}" type="presParOf" srcId="{542A492E-2B3C-4884-88FE-ABF48D9509B2}" destId="{85074916-51FC-4C6C-9022-EDD32B882C3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B359AC-796A-4F46-8F92-D5177066AC3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4C07BB5-0324-493B-970E-47EEDC082BD8}">
      <dgm:prSet/>
      <dgm:spPr/>
      <dgm:t>
        <a:bodyPr/>
        <a:lstStyle/>
        <a:p>
          <a:r>
            <a:rPr lang="en-US" dirty="0"/>
            <a:t>•Dataset 1 :- Time, date, season, weather, temperature</a:t>
          </a:r>
        </a:p>
      </dgm:t>
    </dgm:pt>
    <dgm:pt modelId="{0BC1371C-2C8F-44DF-AD99-FE366A0F9310}" type="parTrans" cxnId="{FA1D0BCC-5721-4E82-BDD5-93FC45E0096A}">
      <dgm:prSet/>
      <dgm:spPr/>
      <dgm:t>
        <a:bodyPr/>
        <a:lstStyle/>
        <a:p>
          <a:endParaRPr lang="en-US"/>
        </a:p>
      </dgm:t>
    </dgm:pt>
    <dgm:pt modelId="{714C5AE2-66B4-4947-ACC8-9E619CB10921}" type="sibTrans" cxnId="{FA1D0BCC-5721-4E82-BDD5-93FC45E0096A}">
      <dgm:prSet/>
      <dgm:spPr/>
      <dgm:t>
        <a:bodyPr/>
        <a:lstStyle/>
        <a:p>
          <a:endParaRPr lang="en-US"/>
        </a:p>
      </dgm:t>
    </dgm:pt>
    <dgm:pt modelId="{7C607400-29FC-4353-9186-7BB0BF8EE844}">
      <dgm:prSet/>
      <dgm:spPr/>
      <dgm:t>
        <a:bodyPr/>
        <a:lstStyle/>
        <a:p>
          <a:r>
            <a:rPr lang="en-US" dirty="0"/>
            <a:t>•Dataset 2 :- User type and rental count data</a:t>
          </a:r>
        </a:p>
      </dgm:t>
    </dgm:pt>
    <dgm:pt modelId="{835824BE-8720-4DB8-B8CB-5BD6C7CEEA78}" type="parTrans" cxnId="{5832B9E6-9108-44D2-82E3-C772AE4A311F}">
      <dgm:prSet/>
      <dgm:spPr/>
      <dgm:t>
        <a:bodyPr/>
        <a:lstStyle/>
        <a:p>
          <a:endParaRPr lang="en-US"/>
        </a:p>
      </dgm:t>
    </dgm:pt>
    <dgm:pt modelId="{991B2B22-997D-4D26-8148-F26E49757790}" type="sibTrans" cxnId="{5832B9E6-9108-44D2-82E3-C772AE4A311F}">
      <dgm:prSet/>
      <dgm:spPr/>
      <dgm:t>
        <a:bodyPr/>
        <a:lstStyle/>
        <a:p>
          <a:endParaRPr lang="en-US"/>
        </a:p>
      </dgm:t>
    </dgm:pt>
    <dgm:pt modelId="{8F29F071-C650-4030-9B72-61FBAFCB7926}">
      <dgm:prSet/>
      <dgm:spPr/>
      <dgm:t>
        <a:bodyPr/>
        <a:lstStyle/>
        <a:p>
          <a:r>
            <a:rPr lang="en-US" dirty="0"/>
            <a:t>•Dataset 3 :- Additional contextual variables</a:t>
          </a:r>
        </a:p>
      </dgm:t>
    </dgm:pt>
    <dgm:pt modelId="{9115C461-96F7-4D46-970E-BF8EF4A3A2B9}" type="parTrans" cxnId="{F46A3D38-5C3F-45A9-83C9-860409E88450}">
      <dgm:prSet/>
      <dgm:spPr/>
      <dgm:t>
        <a:bodyPr/>
        <a:lstStyle/>
        <a:p>
          <a:endParaRPr lang="en-US"/>
        </a:p>
      </dgm:t>
    </dgm:pt>
    <dgm:pt modelId="{2218BE0B-8D58-4F41-A5EC-0C8CE4EE6AB4}" type="sibTrans" cxnId="{F46A3D38-5C3F-45A9-83C9-860409E88450}">
      <dgm:prSet/>
      <dgm:spPr/>
      <dgm:t>
        <a:bodyPr/>
        <a:lstStyle/>
        <a:p>
          <a:endParaRPr lang="en-US"/>
        </a:p>
      </dgm:t>
    </dgm:pt>
    <dgm:pt modelId="{19AF08E8-E9AF-4F8C-BFD5-CF544C8484F5}">
      <dgm:prSet/>
      <dgm:spPr/>
      <dgm:t>
        <a:bodyPr/>
        <a:lstStyle/>
        <a:p>
          <a:r>
            <a:rPr lang="en-US" dirty="0"/>
            <a:t>•Combined_Data_1&amp;2 :- Dataset 1 + Dataset 2 combined</a:t>
          </a:r>
        </a:p>
      </dgm:t>
    </dgm:pt>
    <dgm:pt modelId="{F3B4B4EB-E44F-4B50-B093-7238285DB3CF}" type="parTrans" cxnId="{30F22C50-B72C-4832-9C07-5D5561880C07}">
      <dgm:prSet/>
      <dgm:spPr/>
      <dgm:t>
        <a:bodyPr/>
        <a:lstStyle/>
        <a:p>
          <a:endParaRPr lang="en-US"/>
        </a:p>
      </dgm:t>
    </dgm:pt>
    <dgm:pt modelId="{6096F1CB-D68F-4AF0-A604-B9E759F707AB}" type="sibTrans" cxnId="{30F22C50-B72C-4832-9C07-5D5561880C07}">
      <dgm:prSet/>
      <dgm:spPr/>
      <dgm:t>
        <a:bodyPr/>
        <a:lstStyle/>
        <a:p>
          <a:endParaRPr lang="en-US"/>
        </a:p>
      </dgm:t>
    </dgm:pt>
    <dgm:pt modelId="{CDCFCA41-D340-447A-819B-9B7281D1FB55}">
      <dgm:prSet/>
      <dgm:spPr/>
      <dgm:t>
        <a:bodyPr/>
        <a:lstStyle/>
        <a:p>
          <a:pPr rtl="0"/>
          <a:r>
            <a:rPr lang="en-US" dirty="0"/>
            <a:t>•</a:t>
          </a:r>
          <a:r>
            <a:rPr lang="en-US" dirty="0" err="1"/>
            <a:t>Final_Combined_Dataset</a:t>
          </a:r>
          <a:r>
            <a:rPr lang="en-US" dirty="0"/>
            <a:t> :- Dataset 1 + Dataset 2 + Dataset 3 combined</a:t>
          </a:r>
          <a:endParaRPr lang="en-US" dirty="0">
            <a:latin typeface="Aptos Display" panose="020F0302020204030204"/>
          </a:endParaRPr>
        </a:p>
      </dgm:t>
    </dgm:pt>
    <dgm:pt modelId="{D30D8447-47B1-4B4E-9B28-F97DF06A0EF3}" type="parTrans" cxnId="{2D33B5DF-03A5-43E7-A219-E6770C81B9C6}">
      <dgm:prSet/>
      <dgm:spPr/>
      <dgm:t>
        <a:bodyPr/>
        <a:lstStyle/>
        <a:p>
          <a:endParaRPr lang="en-US"/>
        </a:p>
      </dgm:t>
    </dgm:pt>
    <dgm:pt modelId="{31B3A24C-B5D1-4E59-B2D7-6765389B1E4A}" type="sibTrans" cxnId="{2D33B5DF-03A5-43E7-A219-E6770C81B9C6}">
      <dgm:prSet/>
      <dgm:spPr/>
      <dgm:t>
        <a:bodyPr/>
        <a:lstStyle/>
        <a:p>
          <a:endParaRPr lang="en-US"/>
        </a:p>
      </dgm:t>
    </dgm:pt>
    <dgm:pt modelId="{0FDE682C-18DD-4079-84BD-D1FD8A02321E}" type="pres">
      <dgm:prSet presAssocID="{0CB359AC-796A-4F46-8F92-D5177066AC3C}" presName="outerComposite" presStyleCnt="0">
        <dgm:presLayoutVars>
          <dgm:chMax val="5"/>
          <dgm:dir/>
          <dgm:resizeHandles val="exact"/>
        </dgm:presLayoutVars>
      </dgm:prSet>
      <dgm:spPr/>
    </dgm:pt>
    <dgm:pt modelId="{EF2887B6-7A81-430F-BDE1-1551FDDC77E6}" type="pres">
      <dgm:prSet presAssocID="{0CB359AC-796A-4F46-8F92-D5177066AC3C}" presName="dummyMaxCanvas" presStyleCnt="0">
        <dgm:presLayoutVars/>
      </dgm:prSet>
      <dgm:spPr/>
    </dgm:pt>
    <dgm:pt modelId="{EAC13B7E-20D6-4909-BB3B-2F2E51D578F5}" type="pres">
      <dgm:prSet presAssocID="{0CB359AC-796A-4F46-8F92-D5177066AC3C}" presName="FiveNodes_1" presStyleLbl="node1" presStyleIdx="0" presStyleCnt="5">
        <dgm:presLayoutVars>
          <dgm:bulletEnabled val="1"/>
        </dgm:presLayoutVars>
      </dgm:prSet>
      <dgm:spPr/>
    </dgm:pt>
    <dgm:pt modelId="{A435161D-160F-49D2-A721-2FABB3607A4C}" type="pres">
      <dgm:prSet presAssocID="{0CB359AC-796A-4F46-8F92-D5177066AC3C}" presName="FiveNodes_2" presStyleLbl="node1" presStyleIdx="1" presStyleCnt="5">
        <dgm:presLayoutVars>
          <dgm:bulletEnabled val="1"/>
        </dgm:presLayoutVars>
      </dgm:prSet>
      <dgm:spPr/>
    </dgm:pt>
    <dgm:pt modelId="{5F23CA34-F2A8-40A5-A62F-7A8F488A8B6B}" type="pres">
      <dgm:prSet presAssocID="{0CB359AC-796A-4F46-8F92-D5177066AC3C}" presName="FiveNodes_3" presStyleLbl="node1" presStyleIdx="2" presStyleCnt="5">
        <dgm:presLayoutVars>
          <dgm:bulletEnabled val="1"/>
        </dgm:presLayoutVars>
      </dgm:prSet>
      <dgm:spPr/>
    </dgm:pt>
    <dgm:pt modelId="{FD598524-0C94-4191-8F7B-5D7B3377ABAA}" type="pres">
      <dgm:prSet presAssocID="{0CB359AC-796A-4F46-8F92-D5177066AC3C}" presName="FiveNodes_4" presStyleLbl="node1" presStyleIdx="3" presStyleCnt="5">
        <dgm:presLayoutVars>
          <dgm:bulletEnabled val="1"/>
        </dgm:presLayoutVars>
      </dgm:prSet>
      <dgm:spPr/>
    </dgm:pt>
    <dgm:pt modelId="{087EA928-591C-44A2-838F-7AF2B9647C30}" type="pres">
      <dgm:prSet presAssocID="{0CB359AC-796A-4F46-8F92-D5177066AC3C}" presName="FiveNodes_5" presStyleLbl="node1" presStyleIdx="4" presStyleCnt="5">
        <dgm:presLayoutVars>
          <dgm:bulletEnabled val="1"/>
        </dgm:presLayoutVars>
      </dgm:prSet>
      <dgm:spPr/>
    </dgm:pt>
    <dgm:pt modelId="{77A69E80-79CC-4D8E-A4AA-E9EC6C6BF3A9}" type="pres">
      <dgm:prSet presAssocID="{0CB359AC-796A-4F46-8F92-D5177066AC3C}" presName="FiveConn_1-2" presStyleLbl="fgAccFollowNode1" presStyleIdx="0" presStyleCnt="4">
        <dgm:presLayoutVars>
          <dgm:bulletEnabled val="1"/>
        </dgm:presLayoutVars>
      </dgm:prSet>
      <dgm:spPr/>
    </dgm:pt>
    <dgm:pt modelId="{8B8C451C-4F57-4924-A940-A371440F2DEB}" type="pres">
      <dgm:prSet presAssocID="{0CB359AC-796A-4F46-8F92-D5177066AC3C}" presName="FiveConn_2-3" presStyleLbl="fgAccFollowNode1" presStyleIdx="1" presStyleCnt="4">
        <dgm:presLayoutVars>
          <dgm:bulletEnabled val="1"/>
        </dgm:presLayoutVars>
      </dgm:prSet>
      <dgm:spPr/>
    </dgm:pt>
    <dgm:pt modelId="{002591FE-D7B1-489D-AE6A-BAC16B100AD0}" type="pres">
      <dgm:prSet presAssocID="{0CB359AC-796A-4F46-8F92-D5177066AC3C}" presName="FiveConn_3-4" presStyleLbl="fgAccFollowNode1" presStyleIdx="2" presStyleCnt="4">
        <dgm:presLayoutVars>
          <dgm:bulletEnabled val="1"/>
        </dgm:presLayoutVars>
      </dgm:prSet>
      <dgm:spPr/>
    </dgm:pt>
    <dgm:pt modelId="{E0ECB1F2-97AC-4DF3-B537-EF7B71CB9458}" type="pres">
      <dgm:prSet presAssocID="{0CB359AC-796A-4F46-8F92-D5177066AC3C}" presName="FiveConn_4-5" presStyleLbl="fgAccFollowNode1" presStyleIdx="3" presStyleCnt="4">
        <dgm:presLayoutVars>
          <dgm:bulletEnabled val="1"/>
        </dgm:presLayoutVars>
      </dgm:prSet>
      <dgm:spPr/>
    </dgm:pt>
    <dgm:pt modelId="{C2D35CEB-ED31-48E2-A7A8-791E04F70E46}" type="pres">
      <dgm:prSet presAssocID="{0CB359AC-796A-4F46-8F92-D5177066AC3C}" presName="FiveNodes_1_text" presStyleLbl="node1" presStyleIdx="4" presStyleCnt="5">
        <dgm:presLayoutVars>
          <dgm:bulletEnabled val="1"/>
        </dgm:presLayoutVars>
      </dgm:prSet>
      <dgm:spPr/>
    </dgm:pt>
    <dgm:pt modelId="{46604CCE-D8A6-442D-89A5-CD562BA816F4}" type="pres">
      <dgm:prSet presAssocID="{0CB359AC-796A-4F46-8F92-D5177066AC3C}" presName="FiveNodes_2_text" presStyleLbl="node1" presStyleIdx="4" presStyleCnt="5">
        <dgm:presLayoutVars>
          <dgm:bulletEnabled val="1"/>
        </dgm:presLayoutVars>
      </dgm:prSet>
      <dgm:spPr/>
    </dgm:pt>
    <dgm:pt modelId="{4BE5D092-3E4F-4659-A9B6-817A621655CF}" type="pres">
      <dgm:prSet presAssocID="{0CB359AC-796A-4F46-8F92-D5177066AC3C}" presName="FiveNodes_3_text" presStyleLbl="node1" presStyleIdx="4" presStyleCnt="5">
        <dgm:presLayoutVars>
          <dgm:bulletEnabled val="1"/>
        </dgm:presLayoutVars>
      </dgm:prSet>
      <dgm:spPr/>
    </dgm:pt>
    <dgm:pt modelId="{E559F208-DE3D-4B6A-B720-921A5CD446D7}" type="pres">
      <dgm:prSet presAssocID="{0CB359AC-796A-4F46-8F92-D5177066AC3C}" presName="FiveNodes_4_text" presStyleLbl="node1" presStyleIdx="4" presStyleCnt="5">
        <dgm:presLayoutVars>
          <dgm:bulletEnabled val="1"/>
        </dgm:presLayoutVars>
      </dgm:prSet>
      <dgm:spPr/>
    </dgm:pt>
    <dgm:pt modelId="{95892FEB-14D8-4C45-BD95-8C6CE4BD59EA}" type="pres">
      <dgm:prSet presAssocID="{0CB359AC-796A-4F46-8F92-D5177066AC3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89E6C05-9958-4276-9107-4364D507D9A7}" type="presOf" srcId="{F4C07BB5-0324-493B-970E-47EEDC082BD8}" destId="{EAC13B7E-20D6-4909-BB3B-2F2E51D578F5}" srcOrd="0" destOrd="0" presId="urn:microsoft.com/office/officeart/2005/8/layout/vProcess5"/>
    <dgm:cxn modelId="{F7E09C06-7D49-432C-A435-79C2F35DD19E}" type="presOf" srcId="{0CB359AC-796A-4F46-8F92-D5177066AC3C}" destId="{0FDE682C-18DD-4079-84BD-D1FD8A02321E}" srcOrd="0" destOrd="0" presId="urn:microsoft.com/office/officeart/2005/8/layout/vProcess5"/>
    <dgm:cxn modelId="{DE0CB708-F20B-4AD7-83A7-BEF3374D7B9A}" type="presOf" srcId="{8F29F071-C650-4030-9B72-61FBAFCB7926}" destId="{5F23CA34-F2A8-40A5-A62F-7A8F488A8B6B}" srcOrd="0" destOrd="0" presId="urn:microsoft.com/office/officeart/2005/8/layout/vProcess5"/>
    <dgm:cxn modelId="{75DB312A-D4E4-460F-BFA0-14C85137C4AD}" type="presOf" srcId="{CDCFCA41-D340-447A-819B-9B7281D1FB55}" destId="{95892FEB-14D8-4C45-BD95-8C6CE4BD59EA}" srcOrd="1" destOrd="0" presId="urn:microsoft.com/office/officeart/2005/8/layout/vProcess5"/>
    <dgm:cxn modelId="{DB41132C-198B-425B-99D9-FB93EA6AD1EB}" type="presOf" srcId="{991B2B22-997D-4D26-8148-F26E49757790}" destId="{8B8C451C-4F57-4924-A940-A371440F2DEB}" srcOrd="0" destOrd="0" presId="urn:microsoft.com/office/officeart/2005/8/layout/vProcess5"/>
    <dgm:cxn modelId="{F46A3D38-5C3F-45A9-83C9-860409E88450}" srcId="{0CB359AC-796A-4F46-8F92-D5177066AC3C}" destId="{8F29F071-C650-4030-9B72-61FBAFCB7926}" srcOrd="2" destOrd="0" parTransId="{9115C461-96F7-4D46-970E-BF8EF4A3A2B9}" sibTransId="{2218BE0B-8D58-4F41-A5EC-0C8CE4EE6AB4}"/>
    <dgm:cxn modelId="{B080F43D-F609-4377-AA3C-5F597524172F}" type="presOf" srcId="{2218BE0B-8D58-4F41-A5EC-0C8CE4EE6AB4}" destId="{002591FE-D7B1-489D-AE6A-BAC16B100AD0}" srcOrd="0" destOrd="0" presId="urn:microsoft.com/office/officeart/2005/8/layout/vProcess5"/>
    <dgm:cxn modelId="{70E79246-3086-4D83-87AE-615991ECCFDF}" type="presOf" srcId="{19AF08E8-E9AF-4F8C-BFD5-CF544C8484F5}" destId="{FD598524-0C94-4191-8F7B-5D7B3377ABAA}" srcOrd="0" destOrd="0" presId="urn:microsoft.com/office/officeart/2005/8/layout/vProcess5"/>
    <dgm:cxn modelId="{55F2044A-E087-415F-A58E-3D291CFC7521}" type="presOf" srcId="{7C607400-29FC-4353-9186-7BB0BF8EE844}" destId="{46604CCE-D8A6-442D-89A5-CD562BA816F4}" srcOrd="1" destOrd="0" presId="urn:microsoft.com/office/officeart/2005/8/layout/vProcess5"/>
    <dgm:cxn modelId="{30F22C50-B72C-4832-9C07-5D5561880C07}" srcId="{0CB359AC-796A-4F46-8F92-D5177066AC3C}" destId="{19AF08E8-E9AF-4F8C-BFD5-CF544C8484F5}" srcOrd="3" destOrd="0" parTransId="{F3B4B4EB-E44F-4B50-B093-7238285DB3CF}" sibTransId="{6096F1CB-D68F-4AF0-A604-B9E759F707AB}"/>
    <dgm:cxn modelId="{DCAAE250-1367-49F0-B45C-4E63ADE8E9EC}" type="presOf" srcId="{8F29F071-C650-4030-9B72-61FBAFCB7926}" destId="{4BE5D092-3E4F-4659-A9B6-817A621655CF}" srcOrd="1" destOrd="0" presId="urn:microsoft.com/office/officeart/2005/8/layout/vProcess5"/>
    <dgm:cxn modelId="{B6089472-ADA2-49FC-98F0-6C09B09B3F27}" type="presOf" srcId="{19AF08E8-E9AF-4F8C-BFD5-CF544C8484F5}" destId="{E559F208-DE3D-4B6A-B720-921A5CD446D7}" srcOrd="1" destOrd="0" presId="urn:microsoft.com/office/officeart/2005/8/layout/vProcess5"/>
    <dgm:cxn modelId="{0855207A-A346-467B-8C58-7EA2C4D1D576}" type="presOf" srcId="{7C607400-29FC-4353-9186-7BB0BF8EE844}" destId="{A435161D-160F-49D2-A721-2FABB3607A4C}" srcOrd="0" destOrd="0" presId="urn:microsoft.com/office/officeart/2005/8/layout/vProcess5"/>
    <dgm:cxn modelId="{AA49619D-AE9D-4EDC-B606-8407180ABCCC}" type="presOf" srcId="{714C5AE2-66B4-4947-ACC8-9E619CB10921}" destId="{77A69E80-79CC-4D8E-A4AA-E9EC6C6BF3A9}" srcOrd="0" destOrd="0" presId="urn:microsoft.com/office/officeart/2005/8/layout/vProcess5"/>
    <dgm:cxn modelId="{14EE7EAF-6B36-49BC-9430-0DAB3E7D31B2}" type="presOf" srcId="{F4C07BB5-0324-493B-970E-47EEDC082BD8}" destId="{C2D35CEB-ED31-48E2-A7A8-791E04F70E46}" srcOrd="1" destOrd="0" presId="urn:microsoft.com/office/officeart/2005/8/layout/vProcess5"/>
    <dgm:cxn modelId="{842B52C8-E5FF-46C5-A765-BAFA002A8116}" type="presOf" srcId="{CDCFCA41-D340-447A-819B-9B7281D1FB55}" destId="{087EA928-591C-44A2-838F-7AF2B9647C30}" srcOrd="0" destOrd="0" presId="urn:microsoft.com/office/officeart/2005/8/layout/vProcess5"/>
    <dgm:cxn modelId="{FA1D0BCC-5721-4E82-BDD5-93FC45E0096A}" srcId="{0CB359AC-796A-4F46-8F92-D5177066AC3C}" destId="{F4C07BB5-0324-493B-970E-47EEDC082BD8}" srcOrd="0" destOrd="0" parTransId="{0BC1371C-2C8F-44DF-AD99-FE366A0F9310}" sibTransId="{714C5AE2-66B4-4947-ACC8-9E619CB10921}"/>
    <dgm:cxn modelId="{2D33B5DF-03A5-43E7-A219-E6770C81B9C6}" srcId="{0CB359AC-796A-4F46-8F92-D5177066AC3C}" destId="{CDCFCA41-D340-447A-819B-9B7281D1FB55}" srcOrd="4" destOrd="0" parTransId="{D30D8447-47B1-4B4E-9B28-F97DF06A0EF3}" sibTransId="{31B3A24C-B5D1-4E59-B2D7-6765389B1E4A}"/>
    <dgm:cxn modelId="{5832B9E6-9108-44D2-82E3-C772AE4A311F}" srcId="{0CB359AC-796A-4F46-8F92-D5177066AC3C}" destId="{7C607400-29FC-4353-9186-7BB0BF8EE844}" srcOrd="1" destOrd="0" parTransId="{835824BE-8720-4DB8-B8CB-5BD6C7CEEA78}" sibTransId="{991B2B22-997D-4D26-8148-F26E49757790}"/>
    <dgm:cxn modelId="{0876EAEA-BF30-4C4D-B2FA-42D5395A7807}" type="presOf" srcId="{6096F1CB-D68F-4AF0-A604-B9E759F707AB}" destId="{E0ECB1F2-97AC-4DF3-B537-EF7B71CB9458}" srcOrd="0" destOrd="0" presId="urn:microsoft.com/office/officeart/2005/8/layout/vProcess5"/>
    <dgm:cxn modelId="{726DE2EF-496F-4D1C-AE83-9CA2CBC0D9F4}" type="presParOf" srcId="{0FDE682C-18DD-4079-84BD-D1FD8A02321E}" destId="{EF2887B6-7A81-430F-BDE1-1551FDDC77E6}" srcOrd="0" destOrd="0" presId="urn:microsoft.com/office/officeart/2005/8/layout/vProcess5"/>
    <dgm:cxn modelId="{FE165738-619B-4C0E-BCD5-103E4FB9E576}" type="presParOf" srcId="{0FDE682C-18DD-4079-84BD-D1FD8A02321E}" destId="{EAC13B7E-20D6-4909-BB3B-2F2E51D578F5}" srcOrd="1" destOrd="0" presId="urn:microsoft.com/office/officeart/2005/8/layout/vProcess5"/>
    <dgm:cxn modelId="{9F47EDC7-B68D-4E62-9BC9-5DBEE4D6D288}" type="presParOf" srcId="{0FDE682C-18DD-4079-84BD-D1FD8A02321E}" destId="{A435161D-160F-49D2-A721-2FABB3607A4C}" srcOrd="2" destOrd="0" presId="urn:microsoft.com/office/officeart/2005/8/layout/vProcess5"/>
    <dgm:cxn modelId="{ED756F66-3A76-4E4B-BFF8-630BB9116192}" type="presParOf" srcId="{0FDE682C-18DD-4079-84BD-D1FD8A02321E}" destId="{5F23CA34-F2A8-40A5-A62F-7A8F488A8B6B}" srcOrd="3" destOrd="0" presId="urn:microsoft.com/office/officeart/2005/8/layout/vProcess5"/>
    <dgm:cxn modelId="{CB401AEC-320B-47BC-8100-4EA66EAAC82C}" type="presParOf" srcId="{0FDE682C-18DD-4079-84BD-D1FD8A02321E}" destId="{FD598524-0C94-4191-8F7B-5D7B3377ABAA}" srcOrd="4" destOrd="0" presId="urn:microsoft.com/office/officeart/2005/8/layout/vProcess5"/>
    <dgm:cxn modelId="{15F897B8-3B0F-4A3C-A12B-4656D70B74B0}" type="presParOf" srcId="{0FDE682C-18DD-4079-84BD-D1FD8A02321E}" destId="{087EA928-591C-44A2-838F-7AF2B9647C30}" srcOrd="5" destOrd="0" presId="urn:microsoft.com/office/officeart/2005/8/layout/vProcess5"/>
    <dgm:cxn modelId="{230D65B7-6F10-438C-972A-02CA5BFA68D9}" type="presParOf" srcId="{0FDE682C-18DD-4079-84BD-D1FD8A02321E}" destId="{77A69E80-79CC-4D8E-A4AA-E9EC6C6BF3A9}" srcOrd="6" destOrd="0" presId="urn:microsoft.com/office/officeart/2005/8/layout/vProcess5"/>
    <dgm:cxn modelId="{CF209D91-2046-4657-AECB-D3CDD3DFAB51}" type="presParOf" srcId="{0FDE682C-18DD-4079-84BD-D1FD8A02321E}" destId="{8B8C451C-4F57-4924-A940-A371440F2DEB}" srcOrd="7" destOrd="0" presId="urn:microsoft.com/office/officeart/2005/8/layout/vProcess5"/>
    <dgm:cxn modelId="{5F80B3A1-A1DA-459E-80E0-45D8B02DCAC4}" type="presParOf" srcId="{0FDE682C-18DD-4079-84BD-D1FD8A02321E}" destId="{002591FE-D7B1-489D-AE6A-BAC16B100AD0}" srcOrd="8" destOrd="0" presId="urn:microsoft.com/office/officeart/2005/8/layout/vProcess5"/>
    <dgm:cxn modelId="{2CAE3976-B28C-4C36-A6F6-9D1518D06793}" type="presParOf" srcId="{0FDE682C-18DD-4079-84BD-D1FD8A02321E}" destId="{E0ECB1F2-97AC-4DF3-B537-EF7B71CB9458}" srcOrd="9" destOrd="0" presId="urn:microsoft.com/office/officeart/2005/8/layout/vProcess5"/>
    <dgm:cxn modelId="{6A23FFC2-A2DB-4092-ABC6-7C38917FDF67}" type="presParOf" srcId="{0FDE682C-18DD-4079-84BD-D1FD8A02321E}" destId="{C2D35CEB-ED31-48E2-A7A8-791E04F70E46}" srcOrd="10" destOrd="0" presId="urn:microsoft.com/office/officeart/2005/8/layout/vProcess5"/>
    <dgm:cxn modelId="{03C1117F-FC66-4E3A-98AD-7F9EEF3DCB89}" type="presParOf" srcId="{0FDE682C-18DD-4079-84BD-D1FD8A02321E}" destId="{46604CCE-D8A6-442D-89A5-CD562BA816F4}" srcOrd="11" destOrd="0" presId="urn:microsoft.com/office/officeart/2005/8/layout/vProcess5"/>
    <dgm:cxn modelId="{6DCA74C8-5890-4198-83B1-490AFCA5796F}" type="presParOf" srcId="{0FDE682C-18DD-4079-84BD-D1FD8A02321E}" destId="{4BE5D092-3E4F-4659-A9B6-817A621655CF}" srcOrd="12" destOrd="0" presId="urn:microsoft.com/office/officeart/2005/8/layout/vProcess5"/>
    <dgm:cxn modelId="{E417B42C-EF5E-43A5-A7C8-4CB18EF17665}" type="presParOf" srcId="{0FDE682C-18DD-4079-84BD-D1FD8A02321E}" destId="{E559F208-DE3D-4B6A-B720-921A5CD446D7}" srcOrd="13" destOrd="0" presId="urn:microsoft.com/office/officeart/2005/8/layout/vProcess5"/>
    <dgm:cxn modelId="{0877CC2B-B15C-44E4-83AB-4331C6D1A529}" type="presParOf" srcId="{0FDE682C-18DD-4079-84BD-D1FD8A02321E}" destId="{95892FEB-14D8-4C45-BD95-8C6CE4BD59E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A3554C-7CA5-4FB5-99CB-8053CD8BB8F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E4DABE-8D13-476C-B4DC-A4F10C92B9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Bike demand peaks on mid-week days (Tue–Thu)</a:t>
          </a:r>
          <a:r>
            <a:rPr lang="en-US"/>
            <a:t> even when temperature changes are moderate, indicating </a:t>
          </a:r>
          <a:r>
            <a:rPr lang="en-US" b="1"/>
            <a:t>routine-driven commuting behavior</a:t>
          </a:r>
          <a:r>
            <a:rPr lang="en-US"/>
            <a:t>.</a:t>
          </a:r>
        </a:p>
      </dgm:t>
    </dgm:pt>
    <dgm:pt modelId="{28D489F8-0B8D-4124-A32A-FF1F6573B548}" type="parTrans" cxnId="{E94861E5-18D5-4518-AA9D-894DBB54349E}">
      <dgm:prSet/>
      <dgm:spPr/>
      <dgm:t>
        <a:bodyPr/>
        <a:lstStyle/>
        <a:p>
          <a:endParaRPr lang="en-US"/>
        </a:p>
      </dgm:t>
    </dgm:pt>
    <dgm:pt modelId="{E165C520-BC3A-457C-8F71-858D4E2431BE}" type="sibTrans" cxnId="{E94861E5-18D5-4518-AA9D-894DBB54349E}">
      <dgm:prSet/>
      <dgm:spPr/>
      <dgm:t>
        <a:bodyPr/>
        <a:lstStyle/>
        <a:p>
          <a:endParaRPr lang="en-US"/>
        </a:p>
      </dgm:t>
    </dgm:pt>
    <dgm:pt modelId="{6317B342-AF04-419A-AD69-436342F6C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Higher temperatures on weekends do not translate into higher demand</a:t>
          </a:r>
          <a:r>
            <a:rPr lang="en-US"/>
            <a:t>, suggesting leisure rides are influenced by factors beyond temperature alone.</a:t>
          </a:r>
        </a:p>
      </dgm:t>
    </dgm:pt>
    <dgm:pt modelId="{6B39EE3E-BC8B-4052-B6C9-970E8FBB3A9A}" type="parTrans" cxnId="{C788AE99-B849-46E4-BE97-A19E9C746412}">
      <dgm:prSet/>
      <dgm:spPr/>
      <dgm:t>
        <a:bodyPr/>
        <a:lstStyle/>
        <a:p>
          <a:endParaRPr lang="en-US"/>
        </a:p>
      </dgm:t>
    </dgm:pt>
    <dgm:pt modelId="{5577C752-5D64-453A-99E5-79887BEBF27B}" type="sibTrans" cxnId="{C788AE99-B849-46E4-BE97-A19E9C746412}">
      <dgm:prSet/>
      <dgm:spPr/>
      <dgm:t>
        <a:bodyPr/>
        <a:lstStyle/>
        <a:p>
          <a:endParaRPr lang="en-US"/>
        </a:p>
      </dgm:t>
    </dgm:pt>
    <dgm:pt modelId="{2111BC8A-CD83-454C-B1A2-B8587A248D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Demand drops on Saturday and Sunday despite favorable temperatures</a:t>
          </a:r>
          <a:r>
            <a:rPr lang="en-US"/>
            <a:t>, highlighting that </a:t>
          </a:r>
          <a:r>
            <a:rPr lang="en-US" b="1"/>
            <a:t>weekday demand is necessity-based rather than weather-dependent</a:t>
          </a:r>
          <a:r>
            <a:rPr lang="en-US"/>
            <a:t>.</a:t>
          </a:r>
        </a:p>
      </dgm:t>
    </dgm:pt>
    <dgm:pt modelId="{B68C70A1-23A4-4150-BD98-92071286C971}" type="parTrans" cxnId="{E6B19232-7C65-4576-B5B4-CFBD6D556878}">
      <dgm:prSet/>
      <dgm:spPr/>
      <dgm:t>
        <a:bodyPr/>
        <a:lstStyle/>
        <a:p>
          <a:endParaRPr lang="en-US"/>
        </a:p>
      </dgm:t>
    </dgm:pt>
    <dgm:pt modelId="{D54A18DB-F0B8-4632-B769-A7273860EB13}" type="sibTrans" cxnId="{E6B19232-7C65-4576-B5B4-CFBD6D556878}">
      <dgm:prSet/>
      <dgm:spPr/>
      <dgm:t>
        <a:bodyPr/>
        <a:lstStyle/>
        <a:p>
          <a:endParaRPr lang="en-US"/>
        </a:p>
      </dgm:t>
    </dgm:pt>
    <dgm:pt modelId="{B9CA54AF-A986-4822-8DFB-6CFD503B8BEA}" type="pres">
      <dgm:prSet presAssocID="{50A3554C-7CA5-4FB5-99CB-8053CD8BB8F2}" presName="root" presStyleCnt="0">
        <dgm:presLayoutVars>
          <dgm:dir/>
          <dgm:resizeHandles val="exact"/>
        </dgm:presLayoutVars>
      </dgm:prSet>
      <dgm:spPr/>
    </dgm:pt>
    <dgm:pt modelId="{6CAF6A14-4F6A-4F35-90A0-31ABB55C5E8C}" type="pres">
      <dgm:prSet presAssocID="{3CE4DABE-8D13-476C-B4DC-A4F10C92B9BA}" presName="compNode" presStyleCnt="0"/>
      <dgm:spPr/>
    </dgm:pt>
    <dgm:pt modelId="{6470C2AF-7A15-4B77-A8C1-68C9A2F1A5E6}" type="pres">
      <dgm:prSet presAssocID="{3CE4DABE-8D13-476C-B4DC-A4F10C92B9BA}" presName="bgRect" presStyleLbl="bgShp" presStyleIdx="0" presStyleCnt="3"/>
      <dgm:spPr/>
    </dgm:pt>
    <dgm:pt modelId="{E58E28C0-52BE-46C6-964E-AB4458C03577}" type="pres">
      <dgm:prSet presAssocID="{3CE4DABE-8D13-476C-B4DC-A4F10C92B9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FA7A7085-5797-43F4-AC8E-B119752E4C1F}" type="pres">
      <dgm:prSet presAssocID="{3CE4DABE-8D13-476C-B4DC-A4F10C92B9BA}" presName="spaceRect" presStyleCnt="0"/>
      <dgm:spPr/>
    </dgm:pt>
    <dgm:pt modelId="{782183A6-95E6-4FFC-BAB6-C62C1F9808E7}" type="pres">
      <dgm:prSet presAssocID="{3CE4DABE-8D13-476C-B4DC-A4F10C92B9BA}" presName="parTx" presStyleLbl="revTx" presStyleIdx="0" presStyleCnt="3">
        <dgm:presLayoutVars>
          <dgm:chMax val="0"/>
          <dgm:chPref val="0"/>
        </dgm:presLayoutVars>
      </dgm:prSet>
      <dgm:spPr/>
    </dgm:pt>
    <dgm:pt modelId="{F7475A59-71ED-48A4-A31F-20CACF3CF74D}" type="pres">
      <dgm:prSet presAssocID="{E165C520-BC3A-457C-8F71-858D4E2431BE}" presName="sibTrans" presStyleCnt="0"/>
      <dgm:spPr/>
    </dgm:pt>
    <dgm:pt modelId="{481FFCAE-164B-4A7E-BA01-7DDD9FF6348A}" type="pres">
      <dgm:prSet presAssocID="{6317B342-AF04-419A-AD69-436342F6CA4F}" presName="compNode" presStyleCnt="0"/>
      <dgm:spPr/>
    </dgm:pt>
    <dgm:pt modelId="{D35A5DF0-2F94-4ED7-8DD0-EF4B7662B032}" type="pres">
      <dgm:prSet presAssocID="{6317B342-AF04-419A-AD69-436342F6CA4F}" presName="bgRect" presStyleLbl="bgShp" presStyleIdx="1" presStyleCnt="3"/>
      <dgm:spPr/>
    </dgm:pt>
    <dgm:pt modelId="{A20328EB-419A-4F5D-8427-4277F1BDDC15}" type="pres">
      <dgm:prSet presAssocID="{6317B342-AF04-419A-AD69-436342F6CA4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0ADDC480-EEAB-4A05-880F-60D223B4DE1F}" type="pres">
      <dgm:prSet presAssocID="{6317B342-AF04-419A-AD69-436342F6CA4F}" presName="spaceRect" presStyleCnt="0"/>
      <dgm:spPr/>
    </dgm:pt>
    <dgm:pt modelId="{553233D2-20A9-4694-A3F4-58BE9BAE154C}" type="pres">
      <dgm:prSet presAssocID="{6317B342-AF04-419A-AD69-436342F6CA4F}" presName="parTx" presStyleLbl="revTx" presStyleIdx="1" presStyleCnt="3">
        <dgm:presLayoutVars>
          <dgm:chMax val="0"/>
          <dgm:chPref val="0"/>
        </dgm:presLayoutVars>
      </dgm:prSet>
      <dgm:spPr/>
    </dgm:pt>
    <dgm:pt modelId="{8B11FF72-DFAE-4A7A-8B21-01D78C45D4CF}" type="pres">
      <dgm:prSet presAssocID="{5577C752-5D64-453A-99E5-79887BEBF27B}" presName="sibTrans" presStyleCnt="0"/>
      <dgm:spPr/>
    </dgm:pt>
    <dgm:pt modelId="{F30FAAF1-8768-4541-8B24-B0A7B3C40E8C}" type="pres">
      <dgm:prSet presAssocID="{2111BC8A-CD83-454C-B1A2-B8587A248D04}" presName="compNode" presStyleCnt="0"/>
      <dgm:spPr/>
    </dgm:pt>
    <dgm:pt modelId="{521CF846-361E-44B8-8105-A0DC6279E0E2}" type="pres">
      <dgm:prSet presAssocID="{2111BC8A-CD83-454C-B1A2-B8587A248D04}" presName="bgRect" presStyleLbl="bgShp" presStyleIdx="2" presStyleCnt="3"/>
      <dgm:spPr/>
    </dgm:pt>
    <dgm:pt modelId="{FA708922-C3CA-4B89-B64A-9AF7BACB400A}" type="pres">
      <dgm:prSet presAssocID="{2111BC8A-CD83-454C-B1A2-B8587A248D0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506D6F54-C3B3-4F6D-B7B9-C11E0C3953DB}" type="pres">
      <dgm:prSet presAssocID="{2111BC8A-CD83-454C-B1A2-B8587A248D04}" presName="spaceRect" presStyleCnt="0"/>
      <dgm:spPr/>
    </dgm:pt>
    <dgm:pt modelId="{FA30FCE4-C89A-4A1E-A224-239A2C8569BE}" type="pres">
      <dgm:prSet presAssocID="{2111BC8A-CD83-454C-B1A2-B8587A248D0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001AD13-9BDC-49CE-813C-439535ADAB1B}" type="presOf" srcId="{50A3554C-7CA5-4FB5-99CB-8053CD8BB8F2}" destId="{B9CA54AF-A986-4822-8DFB-6CFD503B8BEA}" srcOrd="0" destOrd="0" presId="urn:microsoft.com/office/officeart/2018/2/layout/IconVerticalSolidList"/>
    <dgm:cxn modelId="{E6B19232-7C65-4576-B5B4-CFBD6D556878}" srcId="{50A3554C-7CA5-4FB5-99CB-8053CD8BB8F2}" destId="{2111BC8A-CD83-454C-B1A2-B8587A248D04}" srcOrd="2" destOrd="0" parTransId="{B68C70A1-23A4-4150-BD98-92071286C971}" sibTransId="{D54A18DB-F0B8-4632-B769-A7273860EB13}"/>
    <dgm:cxn modelId="{C788AE99-B849-46E4-BE97-A19E9C746412}" srcId="{50A3554C-7CA5-4FB5-99CB-8053CD8BB8F2}" destId="{6317B342-AF04-419A-AD69-436342F6CA4F}" srcOrd="1" destOrd="0" parTransId="{6B39EE3E-BC8B-4052-B6C9-970E8FBB3A9A}" sibTransId="{5577C752-5D64-453A-99E5-79887BEBF27B}"/>
    <dgm:cxn modelId="{8AFEFFB6-7E34-46F7-9356-6C4411DAFF6A}" type="presOf" srcId="{3CE4DABE-8D13-476C-B4DC-A4F10C92B9BA}" destId="{782183A6-95E6-4FFC-BAB6-C62C1F9808E7}" srcOrd="0" destOrd="0" presId="urn:microsoft.com/office/officeart/2018/2/layout/IconVerticalSolidList"/>
    <dgm:cxn modelId="{59E346CB-9D88-4012-9514-3EC87F09ABBA}" type="presOf" srcId="{2111BC8A-CD83-454C-B1A2-B8587A248D04}" destId="{FA30FCE4-C89A-4A1E-A224-239A2C8569BE}" srcOrd="0" destOrd="0" presId="urn:microsoft.com/office/officeart/2018/2/layout/IconVerticalSolidList"/>
    <dgm:cxn modelId="{6865EADE-A9BE-4740-9A3C-5FC70523BE75}" type="presOf" srcId="{6317B342-AF04-419A-AD69-436342F6CA4F}" destId="{553233D2-20A9-4694-A3F4-58BE9BAE154C}" srcOrd="0" destOrd="0" presId="urn:microsoft.com/office/officeart/2018/2/layout/IconVerticalSolidList"/>
    <dgm:cxn modelId="{E94861E5-18D5-4518-AA9D-894DBB54349E}" srcId="{50A3554C-7CA5-4FB5-99CB-8053CD8BB8F2}" destId="{3CE4DABE-8D13-476C-B4DC-A4F10C92B9BA}" srcOrd="0" destOrd="0" parTransId="{28D489F8-0B8D-4124-A32A-FF1F6573B548}" sibTransId="{E165C520-BC3A-457C-8F71-858D4E2431BE}"/>
    <dgm:cxn modelId="{468B2C49-B79F-4823-8D38-4F93E0026708}" type="presParOf" srcId="{B9CA54AF-A986-4822-8DFB-6CFD503B8BEA}" destId="{6CAF6A14-4F6A-4F35-90A0-31ABB55C5E8C}" srcOrd="0" destOrd="0" presId="urn:microsoft.com/office/officeart/2018/2/layout/IconVerticalSolidList"/>
    <dgm:cxn modelId="{868B77F1-C434-40F2-8ACA-01C4E140B6DC}" type="presParOf" srcId="{6CAF6A14-4F6A-4F35-90A0-31ABB55C5E8C}" destId="{6470C2AF-7A15-4B77-A8C1-68C9A2F1A5E6}" srcOrd="0" destOrd="0" presId="urn:microsoft.com/office/officeart/2018/2/layout/IconVerticalSolidList"/>
    <dgm:cxn modelId="{93B30EE8-EBBA-4828-8B00-564C2445CA52}" type="presParOf" srcId="{6CAF6A14-4F6A-4F35-90A0-31ABB55C5E8C}" destId="{E58E28C0-52BE-46C6-964E-AB4458C03577}" srcOrd="1" destOrd="0" presId="urn:microsoft.com/office/officeart/2018/2/layout/IconVerticalSolidList"/>
    <dgm:cxn modelId="{3B2BF9BF-7CE9-4E9D-8AAB-8094ABB6F3B5}" type="presParOf" srcId="{6CAF6A14-4F6A-4F35-90A0-31ABB55C5E8C}" destId="{FA7A7085-5797-43F4-AC8E-B119752E4C1F}" srcOrd="2" destOrd="0" presId="urn:microsoft.com/office/officeart/2018/2/layout/IconVerticalSolidList"/>
    <dgm:cxn modelId="{E1F7FA86-6429-43FB-88A0-E51072C07910}" type="presParOf" srcId="{6CAF6A14-4F6A-4F35-90A0-31ABB55C5E8C}" destId="{782183A6-95E6-4FFC-BAB6-C62C1F9808E7}" srcOrd="3" destOrd="0" presId="urn:microsoft.com/office/officeart/2018/2/layout/IconVerticalSolidList"/>
    <dgm:cxn modelId="{A69699ED-6AB5-4364-B7E9-E7BD9E016254}" type="presParOf" srcId="{B9CA54AF-A986-4822-8DFB-6CFD503B8BEA}" destId="{F7475A59-71ED-48A4-A31F-20CACF3CF74D}" srcOrd="1" destOrd="0" presId="urn:microsoft.com/office/officeart/2018/2/layout/IconVerticalSolidList"/>
    <dgm:cxn modelId="{6462DB41-C839-4146-95D7-4253D469FA39}" type="presParOf" srcId="{B9CA54AF-A986-4822-8DFB-6CFD503B8BEA}" destId="{481FFCAE-164B-4A7E-BA01-7DDD9FF6348A}" srcOrd="2" destOrd="0" presId="urn:microsoft.com/office/officeart/2018/2/layout/IconVerticalSolidList"/>
    <dgm:cxn modelId="{DF3AD669-D772-45EB-88DF-2FA5FC29F39F}" type="presParOf" srcId="{481FFCAE-164B-4A7E-BA01-7DDD9FF6348A}" destId="{D35A5DF0-2F94-4ED7-8DD0-EF4B7662B032}" srcOrd="0" destOrd="0" presId="urn:microsoft.com/office/officeart/2018/2/layout/IconVerticalSolidList"/>
    <dgm:cxn modelId="{14D603E5-81E8-45AD-AEBD-9BE1D63CC56E}" type="presParOf" srcId="{481FFCAE-164B-4A7E-BA01-7DDD9FF6348A}" destId="{A20328EB-419A-4F5D-8427-4277F1BDDC15}" srcOrd="1" destOrd="0" presId="urn:microsoft.com/office/officeart/2018/2/layout/IconVerticalSolidList"/>
    <dgm:cxn modelId="{4261C2B4-6721-4F65-BE0C-FF4C93CE4A5E}" type="presParOf" srcId="{481FFCAE-164B-4A7E-BA01-7DDD9FF6348A}" destId="{0ADDC480-EEAB-4A05-880F-60D223B4DE1F}" srcOrd="2" destOrd="0" presId="urn:microsoft.com/office/officeart/2018/2/layout/IconVerticalSolidList"/>
    <dgm:cxn modelId="{C27DBBE0-49A3-4E00-B1B2-FD75ACDB1811}" type="presParOf" srcId="{481FFCAE-164B-4A7E-BA01-7DDD9FF6348A}" destId="{553233D2-20A9-4694-A3F4-58BE9BAE154C}" srcOrd="3" destOrd="0" presId="urn:microsoft.com/office/officeart/2018/2/layout/IconVerticalSolidList"/>
    <dgm:cxn modelId="{D61AE1FA-428C-4470-ACDE-71D8C0377D1C}" type="presParOf" srcId="{B9CA54AF-A986-4822-8DFB-6CFD503B8BEA}" destId="{8B11FF72-DFAE-4A7A-8B21-01D78C45D4CF}" srcOrd="3" destOrd="0" presId="urn:microsoft.com/office/officeart/2018/2/layout/IconVerticalSolidList"/>
    <dgm:cxn modelId="{34E22939-5D3B-467E-A046-A0FF57E9BEE6}" type="presParOf" srcId="{B9CA54AF-A986-4822-8DFB-6CFD503B8BEA}" destId="{F30FAAF1-8768-4541-8B24-B0A7B3C40E8C}" srcOrd="4" destOrd="0" presId="urn:microsoft.com/office/officeart/2018/2/layout/IconVerticalSolidList"/>
    <dgm:cxn modelId="{C399F235-51F7-4E69-B167-37345FA648EB}" type="presParOf" srcId="{F30FAAF1-8768-4541-8B24-B0A7B3C40E8C}" destId="{521CF846-361E-44B8-8105-A0DC6279E0E2}" srcOrd="0" destOrd="0" presId="urn:microsoft.com/office/officeart/2018/2/layout/IconVerticalSolidList"/>
    <dgm:cxn modelId="{774AACF0-1AD2-4147-BB11-70E8CC4D486D}" type="presParOf" srcId="{F30FAAF1-8768-4541-8B24-B0A7B3C40E8C}" destId="{FA708922-C3CA-4B89-B64A-9AF7BACB400A}" srcOrd="1" destOrd="0" presId="urn:microsoft.com/office/officeart/2018/2/layout/IconVerticalSolidList"/>
    <dgm:cxn modelId="{12738B4E-DB7A-4A65-9F52-95503543686D}" type="presParOf" srcId="{F30FAAF1-8768-4541-8B24-B0A7B3C40E8C}" destId="{506D6F54-C3B3-4F6D-B7B9-C11E0C3953DB}" srcOrd="2" destOrd="0" presId="urn:microsoft.com/office/officeart/2018/2/layout/IconVerticalSolidList"/>
    <dgm:cxn modelId="{77ED0331-1998-4AAA-AA0E-6F709F177397}" type="presParOf" srcId="{F30FAAF1-8768-4541-8B24-B0A7B3C40E8C}" destId="{FA30FCE4-C89A-4A1E-A224-239A2C8569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834287-D0C6-4916-986F-CB7532E99C5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8FB78DB-7459-4FB2-AEF3-BCA294EF2FC1}">
      <dgm:prSet/>
      <dgm:spPr/>
      <dgm:t>
        <a:bodyPr/>
        <a:lstStyle/>
        <a:p>
          <a:r>
            <a:rPr lang="en-US"/>
            <a:t>Bike demand is </a:t>
          </a:r>
          <a:r>
            <a:rPr lang="en-US" b="1"/>
            <a:t>consistently strong and commuter-driven</a:t>
          </a:r>
          <a:r>
            <a:rPr lang="en-US"/>
            <a:t>, with higher usage on weekdays than weekends.</a:t>
          </a:r>
        </a:p>
      </dgm:t>
    </dgm:pt>
    <dgm:pt modelId="{53887ECF-BA20-4919-A3CC-15F7B0F389EB}" type="parTrans" cxnId="{52F6D494-A30B-49A3-89EB-7F01225FC4FC}">
      <dgm:prSet/>
      <dgm:spPr/>
      <dgm:t>
        <a:bodyPr/>
        <a:lstStyle/>
        <a:p>
          <a:endParaRPr lang="en-US"/>
        </a:p>
      </dgm:t>
    </dgm:pt>
    <dgm:pt modelId="{3B341C0C-F65B-4B8D-AC13-5EE10E69E16E}" type="sibTrans" cxnId="{52F6D494-A30B-49A3-89EB-7F01225FC4FC}">
      <dgm:prSet/>
      <dgm:spPr/>
      <dgm:t>
        <a:bodyPr/>
        <a:lstStyle/>
        <a:p>
          <a:endParaRPr lang="en-US"/>
        </a:p>
      </dgm:t>
    </dgm:pt>
    <dgm:pt modelId="{CF64CDA6-A72A-46F5-A637-B7A1389E6426}">
      <dgm:prSet/>
      <dgm:spPr/>
      <dgm:t>
        <a:bodyPr/>
        <a:lstStyle/>
        <a:p>
          <a:r>
            <a:rPr lang="en-US" b="1"/>
            <a:t>Daytime hours record peak demand</a:t>
          </a:r>
          <a:r>
            <a:rPr lang="en-US"/>
            <a:t>, aligning with daily work and travel routines.</a:t>
          </a:r>
        </a:p>
      </dgm:t>
    </dgm:pt>
    <dgm:pt modelId="{1014AA7C-86C0-4FE0-B38F-07E920147457}" type="parTrans" cxnId="{62A84F46-8E08-48C8-A598-CFFC3B377C42}">
      <dgm:prSet/>
      <dgm:spPr/>
      <dgm:t>
        <a:bodyPr/>
        <a:lstStyle/>
        <a:p>
          <a:endParaRPr lang="en-US"/>
        </a:p>
      </dgm:t>
    </dgm:pt>
    <dgm:pt modelId="{B022BDF9-0B0A-432B-834E-E1D046D4E647}" type="sibTrans" cxnId="{62A84F46-8E08-48C8-A598-CFFC3B377C42}">
      <dgm:prSet/>
      <dgm:spPr/>
      <dgm:t>
        <a:bodyPr/>
        <a:lstStyle/>
        <a:p>
          <a:endParaRPr lang="en-US"/>
        </a:p>
      </dgm:t>
    </dgm:pt>
    <dgm:pt modelId="{27AF633F-82E8-4078-A827-A402C76AEC2E}">
      <dgm:prSet/>
      <dgm:spPr/>
      <dgm:t>
        <a:bodyPr/>
        <a:lstStyle/>
        <a:p>
          <a:r>
            <a:rPr lang="en-US" b="1"/>
            <a:t>Registered users dominate total demand</a:t>
          </a:r>
          <a:r>
            <a:rPr lang="en-US"/>
            <a:t>, ensuring stable and recurring usage.</a:t>
          </a:r>
        </a:p>
      </dgm:t>
    </dgm:pt>
    <dgm:pt modelId="{6A10AE53-004C-4D1F-A0EB-AADC4CA05369}" type="parTrans" cxnId="{BB7BEF18-1068-4544-BFC4-3DD2AC270BE8}">
      <dgm:prSet/>
      <dgm:spPr/>
      <dgm:t>
        <a:bodyPr/>
        <a:lstStyle/>
        <a:p>
          <a:endParaRPr lang="en-US"/>
        </a:p>
      </dgm:t>
    </dgm:pt>
    <dgm:pt modelId="{23DE4B81-6243-409D-B01F-3B095568CF27}" type="sibTrans" cxnId="{BB7BEF18-1068-4544-BFC4-3DD2AC270BE8}">
      <dgm:prSet/>
      <dgm:spPr/>
      <dgm:t>
        <a:bodyPr/>
        <a:lstStyle/>
        <a:p>
          <a:endParaRPr lang="en-US"/>
        </a:p>
      </dgm:t>
    </dgm:pt>
    <dgm:pt modelId="{F1357B81-780B-4B4D-9C0F-C089D1B5EED6}">
      <dgm:prSet/>
      <dgm:spPr/>
      <dgm:t>
        <a:bodyPr/>
        <a:lstStyle/>
        <a:p>
          <a:r>
            <a:rPr lang="en-US" b="1"/>
            <a:t>Weather and risk conditions influence demand intensity but do not stop usage</a:t>
          </a:r>
          <a:r>
            <a:rPr lang="en-US"/>
            <a:t>, indicating rider resilience.</a:t>
          </a:r>
        </a:p>
      </dgm:t>
    </dgm:pt>
    <dgm:pt modelId="{9EE98900-9EC0-41DD-A2A5-AD605C4FE7BC}" type="parTrans" cxnId="{F5A6871C-4C88-4196-9AB2-605743038E5B}">
      <dgm:prSet/>
      <dgm:spPr/>
      <dgm:t>
        <a:bodyPr/>
        <a:lstStyle/>
        <a:p>
          <a:endParaRPr lang="en-US"/>
        </a:p>
      </dgm:t>
    </dgm:pt>
    <dgm:pt modelId="{8FAC4162-3C26-4ABF-AAA5-00188830F8B4}" type="sibTrans" cxnId="{F5A6871C-4C88-4196-9AB2-605743038E5B}">
      <dgm:prSet/>
      <dgm:spPr/>
      <dgm:t>
        <a:bodyPr/>
        <a:lstStyle/>
        <a:p>
          <a:endParaRPr lang="en-US"/>
        </a:p>
      </dgm:t>
    </dgm:pt>
    <dgm:pt modelId="{F2BD3D62-0F7A-4EA3-B453-342F968EF896}">
      <dgm:prSet/>
      <dgm:spPr/>
      <dgm:t>
        <a:bodyPr/>
        <a:lstStyle/>
        <a:p>
          <a:r>
            <a:rPr lang="en-US"/>
            <a:t>Overall patterns show </a:t>
          </a:r>
          <a:r>
            <a:rPr lang="en-US" b="1"/>
            <a:t>reliable, time-based, and necessity-focused bike usage</a:t>
          </a:r>
          <a:r>
            <a:rPr lang="en-US"/>
            <a:t>.</a:t>
          </a:r>
        </a:p>
      </dgm:t>
    </dgm:pt>
    <dgm:pt modelId="{B91586AA-BA5A-424D-8597-45ECB2B126D0}" type="parTrans" cxnId="{C29ADD1E-150A-4546-A7C2-9B53086CB965}">
      <dgm:prSet/>
      <dgm:spPr/>
      <dgm:t>
        <a:bodyPr/>
        <a:lstStyle/>
        <a:p>
          <a:endParaRPr lang="en-US"/>
        </a:p>
      </dgm:t>
    </dgm:pt>
    <dgm:pt modelId="{15BDDFF5-E525-41E2-8F37-500BC0AEEC16}" type="sibTrans" cxnId="{C29ADD1E-150A-4546-A7C2-9B53086CB965}">
      <dgm:prSet/>
      <dgm:spPr/>
      <dgm:t>
        <a:bodyPr/>
        <a:lstStyle/>
        <a:p>
          <a:endParaRPr lang="en-US"/>
        </a:p>
      </dgm:t>
    </dgm:pt>
    <dgm:pt modelId="{EF9FCC48-D9A7-4789-B2BA-63CB2B2D8F57}" type="pres">
      <dgm:prSet presAssocID="{82834287-D0C6-4916-986F-CB7532E99C54}" presName="outerComposite" presStyleCnt="0">
        <dgm:presLayoutVars>
          <dgm:chMax val="5"/>
          <dgm:dir/>
          <dgm:resizeHandles val="exact"/>
        </dgm:presLayoutVars>
      </dgm:prSet>
      <dgm:spPr/>
    </dgm:pt>
    <dgm:pt modelId="{88C32C3C-5C6C-43C8-AEDC-C1555F8D3733}" type="pres">
      <dgm:prSet presAssocID="{82834287-D0C6-4916-986F-CB7532E99C54}" presName="dummyMaxCanvas" presStyleCnt="0">
        <dgm:presLayoutVars/>
      </dgm:prSet>
      <dgm:spPr/>
    </dgm:pt>
    <dgm:pt modelId="{A7748925-5C6D-4E5D-A332-B5FCD9716F6B}" type="pres">
      <dgm:prSet presAssocID="{82834287-D0C6-4916-986F-CB7532E99C54}" presName="FiveNodes_1" presStyleLbl="node1" presStyleIdx="0" presStyleCnt="5">
        <dgm:presLayoutVars>
          <dgm:bulletEnabled val="1"/>
        </dgm:presLayoutVars>
      </dgm:prSet>
      <dgm:spPr/>
    </dgm:pt>
    <dgm:pt modelId="{EF46BFDC-5C0B-4D5E-BF06-8C1949415E61}" type="pres">
      <dgm:prSet presAssocID="{82834287-D0C6-4916-986F-CB7532E99C54}" presName="FiveNodes_2" presStyleLbl="node1" presStyleIdx="1" presStyleCnt="5">
        <dgm:presLayoutVars>
          <dgm:bulletEnabled val="1"/>
        </dgm:presLayoutVars>
      </dgm:prSet>
      <dgm:spPr/>
    </dgm:pt>
    <dgm:pt modelId="{419F56E1-6933-4EF5-A3E5-8DA05B7D4920}" type="pres">
      <dgm:prSet presAssocID="{82834287-D0C6-4916-986F-CB7532E99C54}" presName="FiveNodes_3" presStyleLbl="node1" presStyleIdx="2" presStyleCnt="5">
        <dgm:presLayoutVars>
          <dgm:bulletEnabled val="1"/>
        </dgm:presLayoutVars>
      </dgm:prSet>
      <dgm:spPr/>
    </dgm:pt>
    <dgm:pt modelId="{4AED0E04-B450-405C-ABAB-D84FDD75CD7E}" type="pres">
      <dgm:prSet presAssocID="{82834287-D0C6-4916-986F-CB7532E99C54}" presName="FiveNodes_4" presStyleLbl="node1" presStyleIdx="3" presStyleCnt="5">
        <dgm:presLayoutVars>
          <dgm:bulletEnabled val="1"/>
        </dgm:presLayoutVars>
      </dgm:prSet>
      <dgm:spPr/>
    </dgm:pt>
    <dgm:pt modelId="{A59715B9-9DAD-4087-83E3-18E060A3E5B0}" type="pres">
      <dgm:prSet presAssocID="{82834287-D0C6-4916-986F-CB7532E99C54}" presName="FiveNodes_5" presStyleLbl="node1" presStyleIdx="4" presStyleCnt="5">
        <dgm:presLayoutVars>
          <dgm:bulletEnabled val="1"/>
        </dgm:presLayoutVars>
      </dgm:prSet>
      <dgm:spPr/>
    </dgm:pt>
    <dgm:pt modelId="{5E3ECA11-12F2-47B9-9ADB-571273DC62E0}" type="pres">
      <dgm:prSet presAssocID="{82834287-D0C6-4916-986F-CB7532E99C54}" presName="FiveConn_1-2" presStyleLbl="fgAccFollowNode1" presStyleIdx="0" presStyleCnt="4">
        <dgm:presLayoutVars>
          <dgm:bulletEnabled val="1"/>
        </dgm:presLayoutVars>
      </dgm:prSet>
      <dgm:spPr/>
    </dgm:pt>
    <dgm:pt modelId="{933B34A8-E748-4325-B4D2-05B2EBDD2770}" type="pres">
      <dgm:prSet presAssocID="{82834287-D0C6-4916-986F-CB7532E99C54}" presName="FiveConn_2-3" presStyleLbl="fgAccFollowNode1" presStyleIdx="1" presStyleCnt="4">
        <dgm:presLayoutVars>
          <dgm:bulletEnabled val="1"/>
        </dgm:presLayoutVars>
      </dgm:prSet>
      <dgm:spPr/>
    </dgm:pt>
    <dgm:pt modelId="{2C1784AF-ADE8-4D70-8838-114DB2FEA88E}" type="pres">
      <dgm:prSet presAssocID="{82834287-D0C6-4916-986F-CB7532E99C54}" presName="FiveConn_3-4" presStyleLbl="fgAccFollowNode1" presStyleIdx="2" presStyleCnt="4">
        <dgm:presLayoutVars>
          <dgm:bulletEnabled val="1"/>
        </dgm:presLayoutVars>
      </dgm:prSet>
      <dgm:spPr/>
    </dgm:pt>
    <dgm:pt modelId="{60D6F5ED-5912-4903-AAE9-02ABC25B4E03}" type="pres">
      <dgm:prSet presAssocID="{82834287-D0C6-4916-986F-CB7532E99C54}" presName="FiveConn_4-5" presStyleLbl="fgAccFollowNode1" presStyleIdx="3" presStyleCnt="4">
        <dgm:presLayoutVars>
          <dgm:bulletEnabled val="1"/>
        </dgm:presLayoutVars>
      </dgm:prSet>
      <dgm:spPr/>
    </dgm:pt>
    <dgm:pt modelId="{830A74C9-BFD6-4E0E-B2C2-DA741A1D653D}" type="pres">
      <dgm:prSet presAssocID="{82834287-D0C6-4916-986F-CB7532E99C54}" presName="FiveNodes_1_text" presStyleLbl="node1" presStyleIdx="4" presStyleCnt="5">
        <dgm:presLayoutVars>
          <dgm:bulletEnabled val="1"/>
        </dgm:presLayoutVars>
      </dgm:prSet>
      <dgm:spPr/>
    </dgm:pt>
    <dgm:pt modelId="{9F50670A-0A2C-460B-98CA-AAC9B404A7B6}" type="pres">
      <dgm:prSet presAssocID="{82834287-D0C6-4916-986F-CB7532E99C54}" presName="FiveNodes_2_text" presStyleLbl="node1" presStyleIdx="4" presStyleCnt="5">
        <dgm:presLayoutVars>
          <dgm:bulletEnabled val="1"/>
        </dgm:presLayoutVars>
      </dgm:prSet>
      <dgm:spPr/>
    </dgm:pt>
    <dgm:pt modelId="{4E9C361D-5A59-4228-BCA7-6977E291DD16}" type="pres">
      <dgm:prSet presAssocID="{82834287-D0C6-4916-986F-CB7532E99C54}" presName="FiveNodes_3_text" presStyleLbl="node1" presStyleIdx="4" presStyleCnt="5">
        <dgm:presLayoutVars>
          <dgm:bulletEnabled val="1"/>
        </dgm:presLayoutVars>
      </dgm:prSet>
      <dgm:spPr/>
    </dgm:pt>
    <dgm:pt modelId="{BBCCBD77-E895-45EC-BE87-21DC451D5319}" type="pres">
      <dgm:prSet presAssocID="{82834287-D0C6-4916-986F-CB7532E99C54}" presName="FiveNodes_4_text" presStyleLbl="node1" presStyleIdx="4" presStyleCnt="5">
        <dgm:presLayoutVars>
          <dgm:bulletEnabled val="1"/>
        </dgm:presLayoutVars>
      </dgm:prSet>
      <dgm:spPr/>
    </dgm:pt>
    <dgm:pt modelId="{DD4C3E48-A12A-436D-8005-FD004156E1B1}" type="pres">
      <dgm:prSet presAssocID="{82834287-D0C6-4916-986F-CB7532E99C5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107BA14-048B-4397-B109-44C3E031FE9E}" type="presOf" srcId="{CF64CDA6-A72A-46F5-A637-B7A1389E6426}" destId="{EF46BFDC-5C0B-4D5E-BF06-8C1949415E61}" srcOrd="0" destOrd="0" presId="urn:microsoft.com/office/officeart/2005/8/layout/vProcess5"/>
    <dgm:cxn modelId="{BB7BEF18-1068-4544-BFC4-3DD2AC270BE8}" srcId="{82834287-D0C6-4916-986F-CB7532E99C54}" destId="{27AF633F-82E8-4078-A827-A402C76AEC2E}" srcOrd="2" destOrd="0" parTransId="{6A10AE53-004C-4D1F-A0EB-AADC4CA05369}" sibTransId="{23DE4B81-6243-409D-B01F-3B095568CF27}"/>
    <dgm:cxn modelId="{F5A6871C-4C88-4196-9AB2-605743038E5B}" srcId="{82834287-D0C6-4916-986F-CB7532E99C54}" destId="{F1357B81-780B-4B4D-9C0F-C089D1B5EED6}" srcOrd="3" destOrd="0" parTransId="{9EE98900-9EC0-41DD-A2A5-AD605C4FE7BC}" sibTransId="{8FAC4162-3C26-4ABF-AAA5-00188830F8B4}"/>
    <dgm:cxn modelId="{C29ADD1E-150A-4546-A7C2-9B53086CB965}" srcId="{82834287-D0C6-4916-986F-CB7532E99C54}" destId="{F2BD3D62-0F7A-4EA3-B453-342F968EF896}" srcOrd="4" destOrd="0" parTransId="{B91586AA-BA5A-424D-8597-45ECB2B126D0}" sibTransId="{15BDDFF5-E525-41E2-8F37-500BC0AEEC16}"/>
    <dgm:cxn modelId="{DA573120-C9D3-4AA4-A46C-38E667E3531A}" type="presOf" srcId="{CF64CDA6-A72A-46F5-A637-B7A1389E6426}" destId="{9F50670A-0A2C-460B-98CA-AAC9B404A7B6}" srcOrd="1" destOrd="0" presId="urn:microsoft.com/office/officeart/2005/8/layout/vProcess5"/>
    <dgm:cxn modelId="{4E5F8D32-1448-41D3-9698-61AD99860B99}" type="presOf" srcId="{18FB78DB-7459-4FB2-AEF3-BCA294EF2FC1}" destId="{830A74C9-BFD6-4E0E-B2C2-DA741A1D653D}" srcOrd="1" destOrd="0" presId="urn:microsoft.com/office/officeart/2005/8/layout/vProcess5"/>
    <dgm:cxn modelId="{9F80945C-D436-432C-9E63-6A8D5CA48329}" type="presOf" srcId="{82834287-D0C6-4916-986F-CB7532E99C54}" destId="{EF9FCC48-D9A7-4789-B2BA-63CB2B2D8F57}" srcOrd="0" destOrd="0" presId="urn:microsoft.com/office/officeart/2005/8/layout/vProcess5"/>
    <dgm:cxn modelId="{AA8F2A5E-73E6-4513-81C8-8638ABE1BB13}" type="presOf" srcId="{27AF633F-82E8-4078-A827-A402C76AEC2E}" destId="{419F56E1-6933-4EF5-A3E5-8DA05B7D4920}" srcOrd="0" destOrd="0" presId="urn:microsoft.com/office/officeart/2005/8/layout/vProcess5"/>
    <dgm:cxn modelId="{62A84F46-8E08-48C8-A598-CFFC3B377C42}" srcId="{82834287-D0C6-4916-986F-CB7532E99C54}" destId="{CF64CDA6-A72A-46F5-A637-B7A1389E6426}" srcOrd="1" destOrd="0" parTransId="{1014AA7C-86C0-4FE0-B38F-07E920147457}" sibTransId="{B022BDF9-0B0A-432B-834E-E1D046D4E647}"/>
    <dgm:cxn modelId="{FEB98B48-E677-42E2-8919-714CB5F637CB}" type="presOf" srcId="{8FAC4162-3C26-4ABF-AAA5-00188830F8B4}" destId="{60D6F5ED-5912-4903-AAE9-02ABC25B4E03}" srcOrd="0" destOrd="0" presId="urn:microsoft.com/office/officeart/2005/8/layout/vProcess5"/>
    <dgm:cxn modelId="{FCA0E268-7A9C-4880-B632-82927548B000}" type="presOf" srcId="{23DE4B81-6243-409D-B01F-3B095568CF27}" destId="{2C1784AF-ADE8-4D70-8838-114DB2FEA88E}" srcOrd="0" destOrd="0" presId="urn:microsoft.com/office/officeart/2005/8/layout/vProcess5"/>
    <dgm:cxn modelId="{A7E0726B-E283-43DD-94BA-014E24325758}" type="presOf" srcId="{B022BDF9-0B0A-432B-834E-E1D046D4E647}" destId="{933B34A8-E748-4325-B4D2-05B2EBDD2770}" srcOrd="0" destOrd="0" presId="urn:microsoft.com/office/officeart/2005/8/layout/vProcess5"/>
    <dgm:cxn modelId="{0CBD6871-9641-4327-AC37-054A3993C3DB}" type="presOf" srcId="{F1357B81-780B-4B4D-9C0F-C089D1B5EED6}" destId="{4AED0E04-B450-405C-ABAB-D84FDD75CD7E}" srcOrd="0" destOrd="0" presId="urn:microsoft.com/office/officeart/2005/8/layout/vProcess5"/>
    <dgm:cxn modelId="{9CACBB7C-1865-4874-B486-65F9A3D845B1}" type="presOf" srcId="{18FB78DB-7459-4FB2-AEF3-BCA294EF2FC1}" destId="{A7748925-5C6D-4E5D-A332-B5FCD9716F6B}" srcOrd="0" destOrd="0" presId="urn:microsoft.com/office/officeart/2005/8/layout/vProcess5"/>
    <dgm:cxn modelId="{61114D88-CF35-483E-8EE7-03955A74B4F8}" type="presOf" srcId="{27AF633F-82E8-4078-A827-A402C76AEC2E}" destId="{4E9C361D-5A59-4228-BCA7-6977E291DD16}" srcOrd="1" destOrd="0" presId="urn:microsoft.com/office/officeart/2005/8/layout/vProcess5"/>
    <dgm:cxn modelId="{52F6D494-A30B-49A3-89EB-7F01225FC4FC}" srcId="{82834287-D0C6-4916-986F-CB7532E99C54}" destId="{18FB78DB-7459-4FB2-AEF3-BCA294EF2FC1}" srcOrd="0" destOrd="0" parTransId="{53887ECF-BA20-4919-A3CC-15F7B0F389EB}" sibTransId="{3B341C0C-F65B-4B8D-AC13-5EE10E69E16E}"/>
    <dgm:cxn modelId="{1198489F-586C-4566-91AC-16C2D4198C7D}" type="presOf" srcId="{3B341C0C-F65B-4B8D-AC13-5EE10E69E16E}" destId="{5E3ECA11-12F2-47B9-9ADB-571273DC62E0}" srcOrd="0" destOrd="0" presId="urn:microsoft.com/office/officeart/2005/8/layout/vProcess5"/>
    <dgm:cxn modelId="{F728BBC0-3D47-4E09-ACCE-858A27AFDD27}" type="presOf" srcId="{F1357B81-780B-4B4D-9C0F-C089D1B5EED6}" destId="{BBCCBD77-E895-45EC-BE87-21DC451D5319}" srcOrd="1" destOrd="0" presId="urn:microsoft.com/office/officeart/2005/8/layout/vProcess5"/>
    <dgm:cxn modelId="{B4BF0AE5-D323-4647-8B3A-F44956987F96}" type="presOf" srcId="{F2BD3D62-0F7A-4EA3-B453-342F968EF896}" destId="{A59715B9-9DAD-4087-83E3-18E060A3E5B0}" srcOrd="0" destOrd="0" presId="urn:microsoft.com/office/officeart/2005/8/layout/vProcess5"/>
    <dgm:cxn modelId="{2C20B5E6-78DF-4655-A87A-6CCCD0720047}" type="presOf" srcId="{F2BD3D62-0F7A-4EA3-B453-342F968EF896}" destId="{DD4C3E48-A12A-436D-8005-FD004156E1B1}" srcOrd="1" destOrd="0" presId="urn:microsoft.com/office/officeart/2005/8/layout/vProcess5"/>
    <dgm:cxn modelId="{43654548-2768-481D-9A12-F52A755B2FEE}" type="presParOf" srcId="{EF9FCC48-D9A7-4789-B2BA-63CB2B2D8F57}" destId="{88C32C3C-5C6C-43C8-AEDC-C1555F8D3733}" srcOrd="0" destOrd="0" presId="urn:microsoft.com/office/officeart/2005/8/layout/vProcess5"/>
    <dgm:cxn modelId="{87AF5277-235E-44C7-B7B2-E674EC04453F}" type="presParOf" srcId="{EF9FCC48-D9A7-4789-B2BA-63CB2B2D8F57}" destId="{A7748925-5C6D-4E5D-A332-B5FCD9716F6B}" srcOrd="1" destOrd="0" presId="urn:microsoft.com/office/officeart/2005/8/layout/vProcess5"/>
    <dgm:cxn modelId="{0E0E96B3-E9EE-453E-A5C2-61ED6C8530EA}" type="presParOf" srcId="{EF9FCC48-D9A7-4789-B2BA-63CB2B2D8F57}" destId="{EF46BFDC-5C0B-4D5E-BF06-8C1949415E61}" srcOrd="2" destOrd="0" presId="urn:microsoft.com/office/officeart/2005/8/layout/vProcess5"/>
    <dgm:cxn modelId="{AF61BE19-A83F-4C4A-9B4E-E782145A2633}" type="presParOf" srcId="{EF9FCC48-D9A7-4789-B2BA-63CB2B2D8F57}" destId="{419F56E1-6933-4EF5-A3E5-8DA05B7D4920}" srcOrd="3" destOrd="0" presId="urn:microsoft.com/office/officeart/2005/8/layout/vProcess5"/>
    <dgm:cxn modelId="{2056E272-7B91-4D82-9EB7-59F3F278CB22}" type="presParOf" srcId="{EF9FCC48-D9A7-4789-B2BA-63CB2B2D8F57}" destId="{4AED0E04-B450-405C-ABAB-D84FDD75CD7E}" srcOrd="4" destOrd="0" presId="urn:microsoft.com/office/officeart/2005/8/layout/vProcess5"/>
    <dgm:cxn modelId="{618D7918-A021-45DF-9E30-F79D49D68C1A}" type="presParOf" srcId="{EF9FCC48-D9A7-4789-B2BA-63CB2B2D8F57}" destId="{A59715B9-9DAD-4087-83E3-18E060A3E5B0}" srcOrd="5" destOrd="0" presId="urn:microsoft.com/office/officeart/2005/8/layout/vProcess5"/>
    <dgm:cxn modelId="{96D98D5F-439E-4586-81C4-8F0A25A7F0B5}" type="presParOf" srcId="{EF9FCC48-D9A7-4789-B2BA-63CB2B2D8F57}" destId="{5E3ECA11-12F2-47B9-9ADB-571273DC62E0}" srcOrd="6" destOrd="0" presId="urn:microsoft.com/office/officeart/2005/8/layout/vProcess5"/>
    <dgm:cxn modelId="{B2C77537-A2D3-4E59-8A53-654156A5056B}" type="presParOf" srcId="{EF9FCC48-D9A7-4789-B2BA-63CB2B2D8F57}" destId="{933B34A8-E748-4325-B4D2-05B2EBDD2770}" srcOrd="7" destOrd="0" presId="urn:microsoft.com/office/officeart/2005/8/layout/vProcess5"/>
    <dgm:cxn modelId="{0B0B0665-1F03-4611-A79E-112CE8F8899D}" type="presParOf" srcId="{EF9FCC48-D9A7-4789-B2BA-63CB2B2D8F57}" destId="{2C1784AF-ADE8-4D70-8838-114DB2FEA88E}" srcOrd="8" destOrd="0" presId="urn:microsoft.com/office/officeart/2005/8/layout/vProcess5"/>
    <dgm:cxn modelId="{B40A815C-EDBF-417C-85FE-8FFD9268320D}" type="presParOf" srcId="{EF9FCC48-D9A7-4789-B2BA-63CB2B2D8F57}" destId="{60D6F5ED-5912-4903-AAE9-02ABC25B4E03}" srcOrd="9" destOrd="0" presId="urn:microsoft.com/office/officeart/2005/8/layout/vProcess5"/>
    <dgm:cxn modelId="{715823A7-FBB2-4DAF-B16D-B30D60EE6317}" type="presParOf" srcId="{EF9FCC48-D9A7-4789-B2BA-63CB2B2D8F57}" destId="{830A74C9-BFD6-4E0E-B2C2-DA741A1D653D}" srcOrd="10" destOrd="0" presId="urn:microsoft.com/office/officeart/2005/8/layout/vProcess5"/>
    <dgm:cxn modelId="{68DB83A9-5B27-4B4E-8878-755BBD2E3104}" type="presParOf" srcId="{EF9FCC48-D9A7-4789-B2BA-63CB2B2D8F57}" destId="{9F50670A-0A2C-460B-98CA-AAC9B404A7B6}" srcOrd="11" destOrd="0" presId="urn:microsoft.com/office/officeart/2005/8/layout/vProcess5"/>
    <dgm:cxn modelId="{0B8D3218-FAF1-49C0-ADBC-75BA5E53A5D4}" type="presParOf" srcId="{EF9FCC48-D9A7-4789-B2BA-63CB2B2D8F57}" destId="{4E9C361D-5A59-4228-BCA7-6977E291DD16}" srcOrd="12" destOrd="0" presId="urn:microsoft.com/office/officeart/2005/8/layout/vProcess5"/>
    <dgm:cxn modelId="{5672AEB9-0634-430A-9F9C-79011F753AA2}" type="presParOf" srcId="{EF9FCC48-D9A7-4789-B2BA-63CB2B2D8F57}" destId="{BBCCBD77-E895-45EC-BE87-21DC451D5319}" srcOrd="13" destOrd="0" presId="urn:microsoft.com/office/officeart/2005/8/layout/vProcess5"/>
    <dgm:cxn modelId="{FB284CC5-C61D-4E98-A6B1-0481A835C4DE}" type="presParOf" srcId="{EF9FCC48-D9A7-4789-B2BA-63CB2B2D8F57}" destId="{DD4C3E48-A12A-436D-8005-FD004156E1B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C86992-26F7-4EA3-8A0D-2DDF46299E0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18C07E-FF02-46A3-A475-1FE9A355E4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Bike-sharing demand is </a:t>
          </a:r>
          <a:r>
            <a:rPr lang="en-US" b="1"/>
            <a:t>predictable and commuter-driven</a:t>
          </a:r>
          <a:r>
            <a:rPr lang="en-US"/>
            <a:t>, with higher usage on weekdays.</a:t>
          </a:r>
        </a:p>
      </dgm:t>
    </dgm:pt>
    <dgm:pt modelId="{BDA67B68-2155-45EB-99CB-43689BBB92FD}" type="parTrans" cxnId="{ADBF1EFD-3B12-4C49-AC35-E108FDA76FA6}">
      <dgm:prSet/>
      <dgm:spPr/>
      <dgm:t>
        <a:bodyPr/>
        <a:lstStyle/>
        <a:p>
          <a:endParaRPr lang="en-US"/>
        </a:p>
      </dgm:t>
    </dgm:pt>
    <dgm:pt modelId="{D8CD602E-9D14-44A9-8539-AC15747B8C3B}" type="sibTrans" cxnId="{ADBF1EFD-3B12-4C49-AC35-E108FDA76FA6}">
      <dgm:prSet/>
      <dgm:spPr/>
      <dgm:t>
        <a:bodyPr/>
        <a:lstStyle/>
        <a:p>
          <a:endParaRPr lang="en-US"/>
        </a:p>
      </dgm:t>
    </dgm:pt>
    <dgm:pt modelId="{E379C9B5-E066-4C69-ADC9-DB4679D094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Daytime hours show peak demand</a:t>
          </a:r>
          <a:r>
            <a:rPr lang="en-US"/>
            <a:t>, aligning with work and travel routines.</a:t>
          </a:r>
        </a:p>
      </dgm:t>
    </dgm:pt>
    <dgm:pt modelId="{03BF8AB7-4493-420C-BAAB-198B6FBDCDE7}" type="parTrans" cxnId="{F249D995-421F-4095-81AA-1362A75CB087}">
      <dgm:prSet/>
      <dgm:spPr/>
      <dgm:t>
        <a:bodyPr/>
        <a:lstStyle/>
        <a:p>
          <a:endParaRPr lang="en-US"/>
        </a:p>
      </dgm:t>
    </dgm:pt>
    <dgm:pt modelId="{D2B93863-7FCD-410B-8955-6956DE6D53A2}" type="sibTrans" cxnId="{F249D995-421F-4095-81AA-1362A75CB087}">
      <dgm:prSet/>
      <dgm:spPr/>
      <dgm:t>
        <a:bodyPr/>
        <a:lstStyle/>
        <a:p>
          <a:endParaRPr lang="en-US"/>
        </a:p>
      </dgm:t>
    </dgm:pt>
    <dgm:pt modelId="{BD5915AA-4E3B-4574-AAF7-9826DFDFE5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Registered users dominate total rentals</a:t>
          </a:r>
          <a:r>
            <a:rPr lang="en-US"/>
            <a:t>, ensuring consistent usage.</a:t>
          </a:r>
        </a:p>
      </dgm:t>
    </dgm:pt>
    <dgm:pt modelId="{58324E6D-5490-4ED1-9B28-5FA84563E06C}" type="parTrans" cxnId="{120071B0-B432-4B25-8750-883533F515D4}">
      <dgm:prSet/>
      <dgm:spPr/>
      <dgm:t>
        <a:bodyPr/>
        <a:lstStyle/>
        <a:p>
          <a:endParaRPr lang="en-US"/>
        </a:p>
      </dgm:t>
    </dgm:pt>
    <dgm:pt modelId="{B0B6037A-BA26-4F9E-B619-1D3B0CAD5FB8}" type="sibTrans" cxnId="{120071B0-B432-4B25-8750-883533F515D4}">
      <dgm:prSet/>
      <dgm:spPr/>
      <dgm:t>
        <a:bodyPr/>
        <a:lstStyle/>
        <a:p>
          <a:endParaRPr lang="en-US"/>
        </a:p>
      </dgm:t>
    </dgm:pt>
    <dgm:pt modelId="{8726FD78-3EB5-44C0-95AA-304E01FD64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Weather and risk conditions affect demand levels but do not stop usage</a:t>
          </a:r>
          <a:r>
            <a:rPr lang="en-US"/>
            <a:t>, indicating system resilience.</a:t>
          </a:r>
        </a:p>
      </dgm:t>
    </dgm:pt>
    <dgm:pt modelId="{051A38A6-7F81-4A95-B101-78585B9C0EAE}" type="parTrans" cxnId="{01F6DDDC-ED4C-4EA6-8E45-46D109474758}">
      <dgm:prSet/>
      <dgm:spPr/>
      <dgm:t>
        <a:bodyPr/>
        <a:lstStyle/>
        <a:p>
          <a:endParaRPr lang="en-US"/>
        </a:p>
      </dgm:t>
    </dgm:pt>
    <dgm:pt modelId="{3E502ED8-8911-4062-9726-47631077E942}" type="sibTrans" cxnId="{01F6DDDC-ED4C-4EA6-8E45-46D109474758}">
      <dgm:prSet/>
      <dgm:spPr/>
      <dgm:t>
        <a:bodyPr/>
        <a:lstStyle/>
        <a:p>
          <a:endParaRPr lang="en-US"/>
        </a:p>
      </dgm:t>
    </dgm:pt>
    <dgm:pt modelId="{FAA583C2-BD4B-43DE-A52B-E84CDC0B08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Overall trends support </a:t>
          </a:r>
          <a:r>
            <a:rPr lang="en-US" b="1"/>
            <a:t>efficient planning and data-driven decision-making</a:t>
          </a:r>
          <a:r>
            <a:rPr lang="en-US"/>
            <a:t>.</a:t>
          </a:r>
        </a:p>
      </dgm:t>
    </dgm:pt>
    <dgm:pt modelId="{B48008CB-1586-4C8D-A3C0-DF8B83B31482}" type="parTrans" cxnId="{9FBE18E3-2E9C-476C-A4D1-839DDE6C308F}">
      <dgm:prSet/>
      <dgm:spPr/>
      <dgm:t>
        <a:bodyPr/>
        <a:lstStyle/>
        <a:p>
          <a:endParaRPr lang="en-US"/>
        </a:p>
      </dgm:t>
    </dgm:pt>
    <dgm:pt modelId="{CAA1D980-A476-413A-9980-AF9D80338622}" type="sibTrans" cxnId="{9FBE18E3-2E9C-476C-A4D1-839DDE6C308F}">
      <dgm:prSet/>
      <dgm:spPr/>
      <dgm:t>
        <a:bodyPr/>
        <a:lstStyle/>
        <a:p>
          <a:endParaRPr lang="en-US"/>
        </a:p>
      </dgm:t>
    </dgm:pt>
    <dgm:pt modelId="{8AE65703-D42F-4DA0-B02D-D2C8D57C5040}" type="pres">
      <dgm:prSet presAssocID="{31C86992-26F7-4EA3-8A0D-2DDF46299E0D}" presName="root" presStyleCnt="0">
        <dgm:presLayoutVars>
          <dgm:dir/>
          <dgm:resizeHandles val="exact"/>
        </dgm:presLayoutVars>
      </dgm:prSet>
      <dgm:spPr/>
    </dgm:pt>
    <dgm:pt modelId="{60A79C07-4742-4D27-B692-C9D72B2D0D0E}" type="pres">
      <dgm:prSet presAssocID="{F518C07E-FF02-46A3-A475-1FE9A355E463}" presName="compNode" presStyleCnt="0"/>
      <dgm:spPr/>
    </dgm:pt>
    <dgm:pt modelId="{3A593151-1C0C-478F-AD69-5FA81B6F1EB1}" type="pres">
      <dgm:prSet presAssocID="{F518C07E-FF02-46A3-A475-1FE9A355E463}" presName="bgRect" presStyleLbl="bgShp" presStyleIdx="0" presStyleCnt="5"/>
      <dgm:spPr/>
    </dgm:pt>
    <dgm:pt modelId="{5177453F-7493-49B3-B3D5-C160B13C5280}" type="pres">
      <dgm:prSet presAssocID="{F518C07E-FF02-46A3-A475-1FE9A355E46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5DE674CA-5377-4075-9A1E-EE97D7564F92}" type="pres">
      <dgm:prSet presAssocID="{F518C07E-FF02-46A3-A475-1FE9A355E463}" presName="spaceRect" presStyleCnt="0"/>
      <dgm:spPr/>
    </dgm:pt>
    <dgm:pt modelId="{4DAAD920-30FD-4283-B5AA-C988F3F7FEFB}" type="pres">
      <dgm:prSet presAssocID="{F518C07E-FF02-46A3-A475-1FE9A355E463}" presName="parTx" presStyleLbl="revTx" presStyleIdx="0" presStyleCnt="5">
        <dgm:presLayoutVars>
          <dgm:chMax val="0"/>
          <dgm:chPref val="0"/>
        </dgm:presLayoutVars>
      </dgm:prSet>
      <dgm:spPr/>
    </dgm:pt>
    <dgm:pt modelId="{5A8812DB-A353-4F86-9500-2217894B473F}" type="pres">
      <dgm:prSet presAssocID="{D8CD602E-9D14-44A9-8539-AC15747B8C3B}" presName="sibTrans" presStyleCnt="0"/>
      <dgm:spPr/>
    </dgm:pt>
    <dgm:pt modelId="{795AED9D-7DB3-4B50-9861-DC3D94A0D9A2}" type="pres">
      <dgm:prSet presAssocID="{E379C9B5-E066-4C69-ADC9-DB4679D0946E}" presName="compNode" presStyleCnt="0"/>
      <dgm:spPr/>
    </dgm:pt>
    <dgm:pt modelId="{2DCFCCD7-CFCF-4734-B520-4BBFAB0A4BE5}" type="pres">
      <dgm:prSet presAssocID="{E379C9B5-E066-4C69-ADC9-DB4679D0946E}" presName="bgRect" presStyleLbl="bgShp" presStyleIdx="1" presStyleCnt="5"/>
      <dgm:spPr/>
    </dgm:pt>
    <dgm:pt modelId="{5C842FF3-EAF3-4FC7-8355-052DB6D1D366}" type="pres">
      <dgm:prSet presAssocID="{E379C9B5-E066-4C69-ADC9-DB4679D0946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4A278E4D-7FDE-4FEC-812B-1E85D8F7214F}" type="pres">
      <dgm:prSet presAssocID="{E379C9B5-E066-4C69-ADC9-DB4679D0946E}" presName="spaceRect" presStyleCnt="0"/>
      <dgm:spPr/>
    </dgm:pt>
    <dgm:pt modelId="{A4BA4E93-5A30-41DF-B666-B1E02F629CD1}" type="pres">
      <dgm:prSet presAssocID="{E379C9B5-E066-4C69-ADC9-DB4679D0946E}" presName="parTx" presStyleLbl="revTx" presStyleIdx="1" presStyleCnt="5">
        <dgm:presLayoutVars>
          <dgm:chMax val="0"/>
          <dgm:chPref val="0"/>
        </dgm:presLayoutVars>
      </dgm:prSet>
      <dgm:spPr/>
    </dgm:pt>
    <dgm:pt modelId="{4A8541DB-C640-4A15-A522-AA62083E79DB}" type="pres">
      <dgm:prSet presAssocID="{D2B93863-7FCD-410B-8955-6956DE6D53A2}" presName="sibTrans" presStyleCnt="0"/>
      <dgm:spPr/>
    </dgm:pt>
    <dgm:pt modelId="{71D99373-84A5-4B01-980A-E5614FEB66FB}" type="pres">
      <dgm:prSet presAssocID="{BD5915AA-4E3B-4574-AAF7-9826DFDFE526}" presName="compNode" presStyleCnt="0"/>
      <dgm:spPr/>
    </dgm:pt>
    <dgm:pt modelId="{64ECDCB2-34C4-48E2-AB3F-CF2D7D393F20}" type="pres">
      <dgm:prSet presAssocID="{BD5915AA-4E3B-4574-AAF7-9826DFDFE526}" presName="bgRect" presStyleLbl="bgShp" presStyleIdx="2" presStyleCnt="5"/>
      <dgm:spPr/>
    </dgm:pt>
    <dgm:pt modelId="{97C6DFB2-3ECC-4BF7-B82C-09CEFD7B0078}" type="pres">
      <dgm:prSet presAssocID="{BD5915AA-4E3B-4574-AAF7-9826DFDFE52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43DD8A84-7C57-407B-9F59-90CA6C7AB608}" type="pres">
      <dgm:prSet presAssocID="{BD5915AA-4E3B-4574-AAF7-9826DFDFE526}" presName="spaceRect" presStyleCnt="0"/>
      <dgm:spPr/>
    </dgm:pt>
    <dgm:pt modelId="{BA8F844A-B29C-4970-8F96-BD795FB72769}" type="pres">
      <dgm:prSet presAssocID="{BD5915AA-4E3B-4574-AAF7-9826DFDFE526}" presName="parTx" presStyleLbl="revTx" presStyleIdx="2" presStyleCnt="5">
        <dgm:presLayoutVars>
          <dgm:chMax val="0"/>
          <dgm:chPref val="0"/>
        </dgm:presLayoutVars>
      </dgm:prSet>
      <dgm:spPr/>
    </dgm:pt>
    <dgm:pt modelId="{A80C6746-4312-4E20-B43B-EDD0498C50D2}" type="pres">
      <dgm:prSet presAssocID="{B0B6037A-BA26-4F9E-B619-1D3B0CAD5FB8}" presName="sibTrans" presStyleCnt="0"/>
      <dgm:spPr/>
    </dgm:pt>
    <dgm:pt modelId="{56F37AAC-7DDF-4B32-A3ED-E3F96E9B1723}" type="pres">
      <dgm:prSet presAssocID="{8726FD78-3EB5-44C0-95AA-304E01FD6445}" presName="compNode" presStyleCnt="0"/>
      <dgm:spPr/>
    </dgm:pt>
    <dgm:pt modelId="{0E139776-2557-48F8-A376-26549A0555C3}" type="pres">
      <dgm:prSet presAssocID="{8726FD78-3EB5-44C0-95AA-304E01FD6445}" presName="bgRect" presStyleLbl="bgShp" presStyleIdx="3" presStyleCnt="5"/>
      <dgm:spPr/>
    </dgm:pt>
    <dgm:pt modelId="{E298D5A2-DB6E-47A7-93D8-AA61CD8BCBBD}" type="pres">
      <dgm:prSet presAssocID="{8726FD78-3EB5-44C0-95AA-304E01FD644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F1C49B83-8982-4DE0-85D9-A70C39067133}" type="pres">
      <dgm:prSet presAssocID="{8726FD78-3EB5-44C0-95AA-304E01FD6445}" presName="spaceRect" presStyleCnt="0"/>
      <dgm:spPr/>
    </dgm:pt>
    <dgm:pt modelId="{ECC723D1-38D9-49E2-BE1F-267BFCA71CFF}" type="pres">
      <dgm:prSet presAssocID="{8726FD78-3EB5-44C0-95AA-304E01FD6445}" presName="parTx" presStyleLbl="revTx" presStyleIdx="3" presStyleCnt="5">
        <dgm:presLayoutVars>
          <dgm:chMax val="0"/>
          <dgm:chPref val="0"/>
        </dgm:presLayoutVars>
      </dgm:prSet>
      <dgm:spPr/>
    </dgm:pt>
    <dgm:pt modelId="{D50CEC0D-6871-4EE4-846A-7E61392673DD}" type="pres">
      <dgm:prSet presAssocID="{3E502ED8-8911-4062-9726-47631077E942}" presName="sibTrans" presStyleCnt="0"/>
      <dgm:spPr/>
    </dgm:pt>
    <dgm:pt modelId="{6B259A9D-644E-461E-8FDD-80BF205969F4}" type="pres">
      <dgm:prSet presAssocID="{FAA583C2-BD4B-43DE-A52B-E84CDC0B08CF}" presName="compNode" presStyleCnt="0"/>
      <dgm:spPr/>
    </dgm:pt>
    <dgm:pt modelId="{192751B4-0A14-4418-9CD1-8368C5EF333F}" type="pres">
      <dgm:prSet presAssocID="{FAA583C2-BD4B-43DE-A52B-E84CDC0B08CF}" presName="bgRect" presStyleLbl="bgShp" presStyleIdx="4" presStyleCnt="5"/>
      <dgm:spPr/>
    </dgm:pt>
    <dgm:pt modelId="{7C95F505-7C87-4681-BA9C-B1A62981B72A}" type="pres">
      <dgm:prSet presAssocID="{FAA583C2-BD4B-43DE-A52B-E84CDC0B08C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FE3E048-A048-44AE-BEE0-FC9E4C464B7F}" type="pres">
      <dgm:prSet presAssocID="{FAA583C2-BD4B-43DE-A52B-E84CDC0B08CF}" presName="spaceRect" presStyleCnt="0"/>
      <dgm:spPr/>
    </dgm:pt>
    <dgm:pt modelId="{A0141F56-963F-4849-8165-A06D6206E5EB}" type="pres">
      <dgm:prSet presAssocID="{FAA583C2-BD4B-43DE-A52B-E84CDC0B08C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7FA0841-4F90-4928-B6AC-03F071C86E32}" type="presOf" srcId="{FAA583C2-BD4B-43DE-A52B-E84CDC0B08CF}" destId="{A0141F56-963F-4849-8165-A06D6206E5EB}" srcOrd="0" destOrd="0" presId="urn:microsoft.com/office/officeart/2018/2/layout/IconVerticalSolidList"/>
    <dgm:cxn modelId="{C464FB67-A309-412A-9EF5-5F96A5B98301}" type="presOf" srcId="{F518C07E-FF02-46A3-A475-1FE9A355E463}" destId="{4DAAD920-30FD-4283-B5AA-C988F3F7FEFB}" srcOrd="0" destOrd="0" presId="urn:microsoft.com/office/officeart/2018/2/layout/IconVerticalSolidList"/>
    <dgm:cxn modelId="{779B315A-A904-4A14-BDEE-C2D9470634BB}" type="presOf" srcId="{31C86992-26F7-4EA3-8A0D-2DDF46299E0D}" destId="{8AE65703-D42F-4DA0-B02D-D2C8D57C5040}" srcOrd="0" destOrd="0" presId="urn:microsoft.com/office/officeart/2018/2/layout/IconVerticalSolidList"/>
    <dgm:cxn modelId="{F249D995-421F-4095-81AA-1362A75CB087}" srcId="{31C86992-26F7-4EA3-8A0D-2DDF46299E0D}" destId="{E379C9B5-E066-4C69-ADC9-DB4679D0946E}" srcOrd="1" destOrd="0" parTransId="{03BF8AB7-4493-420C-BAAB-198B6FBDCDE7}" sibTransId="{D2B93863-7FCD-410B-8955-6956DE6D53A2}"/>
    <dgm:cxn modelId="{120071B0-B432-4B25-8750-883533F515D4}" srcId="{31C86992-26F7-4EA3-8A0D-2DDF46299E0D}" destId="{BD5915AA-4E3B-4574-AAF7-9826DFDFE526}" srcOrd="2" destOrd="0" parTransId="{58324E6D-5490-4ED1-9B28-5FA84563E06C}" sibTransId="{B0B6037A-BA26-4F9E-B619-1D3B0CAD5FB8}"/>
    <dgm:cxn modelId="{D3B2B8B3-C8F0-4422-80DA-6C2F30385F86}" type="presOf" srcId="{8726FD78-3EB5-44C0-95AA-304E01FD6445}" destId="{ECC723D1-38D9-49E2-BE1F-267BFCA71CFF}" srcOrd="0" destOrd="0" presId="urn:microsoft.com/office/officeart/2018/2/layout/IconVerticalSolidList"/>
    <dgm:cxn modelId="{346C4FD4-6ED6-4FE9-90D5-F4E7246BC9B5}" type="presOf" srcId="{BD5915AA-4E3B-4574-AAF7-9826DFDFE526}" destId="{BA8F844A-B29C-4970-8F96-BD795FB72769}" srcOrd="0" destOrd="0" presId="urn:microsoft.com/office/officeart/2018/2/layout/IconVerticalSolidList"/>
    <dgm:cxn modelId="{01F6DDDC-ED4C-4EA6-8E45-46D109474758}" srcId="{31C86992-26F7-4EA3-8A0D-2DDF46299E0D}" destId="{8726FD78-3EB5-44C0-95AA-304E01FD6445}" srcOrd="3" destOrd="0" parTransId="{051A38A6-7F81-4A95-B101-78585B9C0EAE}" sibTransId="{3E502ED8-8911-4062-9726-47631077E942}"/>
    <dgm:cxn modelId="{9FBE18E3-2E9C-476C-A4D1-839DDE6C308F}" srcId="{31C86992-26F7-4EA3-8A0D-2DDF46299E0D}" destId="{FAA583C2-BD4B-43DE-A52B-E84CDC0B08CF}" srcOrd="4" destOrd="0" parTransId="{B48008CB-1586-4C8D-A3C0-DF8B83B31482}" sibTransId="{CAA1D980-A476-413A-9980-AF9D80338622}"/>
    <dgm:cxn modelId="{1179ECE7-AC79-4E3A-89FD-1F84D895D9BC}" type="presOf" srcId="{E379C9B5-E066-4C69-ADC9-DB4679D0946E}" destId="{A4BA4E93-5A30-41DF-B666-B1E02F629CD1}" srcOrd="0" destOrd="0" presId="urn:microsoft.com/office/officeart/2018/2/layout/IconVerticalSolidList"/>
    <dgm:cxn modelId="{ADBF1EFD-3B12-4C49-AC35-E108FDA76FA6}" srcId="{31C86992-26F7-4EA3-8A0D-2DDF46299E0D}" destId="{F518C07E-FF02-46A3-A475-1FE9A355E463}" srcOrd="0" destOrd="0" parTransId="{BDA67B68-2155-45EB-99CB-43689BBB92FD}" sibTransId="{D8CD602E-9D14-44A9-8539-AC15747B8C3B}"/>
    <dgm:cxn modelId="{4E6A4621-6261-401B-B7BF-F08C55881FA9}" type="presParOf" srcId="{8AE65703-D42F-4DA0-B02D-D2C8D57C5040}" destId="{60A79C07-4742-4D27-B692-C9D72B2D0D0E}" srcOrd="0" destOrd="0" presId="urn:microsoft.com/office/officeart/2018/2/layout/IconVerticalSolidList"/>
    <dgm:cxn modelId="{B17EB19B-7E98-460E-9442-10607F1E85CA}" type="presParOf" srcId="{60A79C07-4742-4D27-B692-C9D72B2D0D0E}" destId="{3A593151-1C0C-478F-AD69-5FA81B6F1EB1}" srcOrd="0" destOrd="0" presId="urn:microsoft.com/office/officeart/2018/2/layout/IconVerticalSolidList"/>
    <dgm:cxn modelId="{CB190031-2B21-4ED7-997A-AACE043A49CF}" type="presParOf" srcId="{60A79C07-4742-4D27-B692-C9D72B2D0D0E}" destId="{5177453F-7493-49B3-B3D5-C160B13C5280}" srcOrd="1" destOrd="0" presId="urn:microsoft.com/office/officeart/2018/2/layout/IconVerticalSolidList"/>
    <dgm:cxn modelId="{C4371B19-2C73-4F16-B114-EB14FBCC2938}" type="presParOf" srcId="{60A79C07-4742-4D27-B692-C9D72B2D0D0E}" destId="{5DE674CA-5377-4075-9A1E-EE97D7564F92}" srcOrd="2" destOrd="0" presId="urn:microsoft.com/office/officeart/2018/2/layout/IconVerticalSolidList"/>
    <dgm:cxn modelId="{25BF9172-9C11-4A70-9709-9FBE4738857E}" type="presParOf" srcId="{60A79C07-4742-4D27-B692-C9D72B2D0D0E}" destId="{4DAAD920-30FD-4283-B5AA-C988F3F7FEFB}" srcOrd="3" destOrd="0" presId="urn:microsoft.com/office/officeart/2018/2/layout/IconVerticalSolidList"/>
    <dgm:cxn modelId="{38393DA0-FE4D-46FB-8A7E-C852AA3F1654}" type="presParOf" srcId="{8AE65703-D42F-4DA0-B02D-D2C8D57C5040}" destId="{5A8812DB-A353-4F86-9500-2217894B473F}" srcOrd="1" destOrd="0" presId="urn:microsoft.com/office/officeart/2018/2/layout/IconVerticalSolidList"/>
    <dgm:cxn modelId="{BD7CBC96-D2D7-419A-A39F-1278654F1571}" type="presParOf" srcId="{8AE65703-D42F-4DA0-B02D-D2C8D57C5040}" destId="{795AED9D-7DB3-4B50-9861-DC3D94A0D9A2}" srcOrd="2" destOrd="0" presId="urn:microsoft.com/office/officeart/2018/2/layout/IconVerticalSolidList"/>
    <dgm:cxn modelId="{BCE39885-787C-4803-99CA-54698BB40DF0}" type="presParOf" srcId="{795AED9D-7DB3-4B50-9861-DC3D94A0D9A2}" destId="{2DCFCCD7-CFCF-4734-B520-4BBFAB0A4BE5}" srcOrd="0" destOrd="0" presId="urn:microsoft.com/office/officeart/2018/2/layout/IconVerticalSolidList"/>
    <dgm:cxn modelId="{D2525B3E-F1DD-4493-B835-7A2ADB950020}" type="presParOf" srcId="{795AED9D-7DB3-4B50-9861-DC3D94A0D9A2}" destId="{5C842FF3-EAF3-4FC7-8355-052DB6D1D366}" srcOrd="1" destOrd="0" presId="urn:microsoft.com/office/officeart/2018/2/layout/IconVerticalSolidList"/>
    <dgm:cxn modelId="{B435075F-6C30-403C-917B-66303EBEE8A5}" type="presParOf" srcId="{795AED9D-7DB3-4B50-9861-DC3D94A0D9A2}" destId="{4A278E4D-7FDE-4FEC-812B-1E85D8F7214F}" srcOrd="2" destOrd="0" presId="urn:microsoft.com/office/officeart/2018/2/layout/IconVerticalSolidList"/>
    <dgm:cxn modelId="{D4080C5B-DE16-43AC-BDCC-A7DC83CFDA58}" type="presParOf" srcId="{795AED9D-7DB3-4B50-9861-DC3D94A0D9A2}" destId="{A4BA4E93-5A30-41DF-B666-B1E02F629CD1}" srcOrd="3" destOrd="0" presId="urn:microsoft.com/office/officeart/2018/2/layout/IconVerticalSolidList"/>
    <dgm:cxn modelId="{8A11031E-4B38-402A-8771-7314CFAF6767}" type="presParOf" srcId="{8AE65703-D42F-4DA0-B02D-D2C8D57C5040}" destId="{4A8541DB-C640-4A15-A522-AA62083E79DB}" srcOrd="3" destOrd="0" presId="urn:microsoft.com/office/officeart/2018/2/layout/IconVerticalSolidList"/>
    <dgm:cxn modelId="{9BC273D2-4952-4C79-A2B2-A6C6B2415496}" type="presParOf" srcId="{8AE65703-D42F-4DA0-B02D-D2C8D57C5040}" destId="{71D99373-84A5-4B01-980A-E5614FEB66FB}" srcOrd="4" destOrd="0" presId="urn:microsoft.com/office/officeart/2018/2/layout/IconVerticalSolidList"/>
    <dgm:cxn modelId="{E9F3D48C-FBD0-4C87-861B-3B83E97A1D9C}" type="presParOf" srcId="{71D99373-84A5-4B01-980A-E5614FEB66FB}" destId="{64ECDCB2-34C4-48E2-AB3F-CF2D7D393F20}" srcOrd="0" destOrd="0" presId="urn:microsoft.com/office/officeart/2018/2/layout/IconVerticalSolidList"/>
    <dgm:cxn modelId="{9CC5F65F-C3C8-43C7-9C3F-95086495759A}" type="presParOf" srcId="{71D99373-84A5-4B01-980A-E5614FEB66FB}" destId="{97C6DFB2-3ECC-4BF7-B82C-09CEFD7B0078}" srcOrd="1" destOrd="0" presId="urn:microsoft.com/office/officeart/2018/2/layout/IconVerticalSolidList"/>
    <dgm:cxn modelId="{D69E5EBE-66AD-40B7-885E-13B7E22F49D6}" type="presParOf" srcId="{71D99373-84A5-4B01-980A-E5614FEB66FB}" destId="{43DD8A84-7C57-407B-9F59-90CA6C7AB608}" srcOrd="2" destOrd="0" presId="urn:microsoft.com/office/officeart/2018/2/layout/IconVerticalSolidList"/>
    <dgm:cxn modelId="{BFF83E71-4A0B-4B46-A0D3-700E038C0660}" type="presParOf" srcId="{71D99373-84A5-4B01-980A-E5614FEB66FB}" destId="{BA8F844A-B29C-4970-8F96-BD795FB72769}" srcOrd="3" destOrd="0" presId="urn:microsoft.com/office/officeart/2018/2/layout/IconVerticalSolidList"/>
    <dgm:cxn modelId="{E4A9BAC7-4BC7-4A9E-B1B4-15A397EDDE73}" type="presParOf" srcId="{8AE65703-D42F-4DA0-B02D-D2C8D57C5040}" destId="{A80C6746-4312-4E20-B43B-EDD0498C50D2}" srcOrd="5" destOrd="0" presId="urn:microsoft.com/office/officeart/2018/2/layout/IconVerticalSolidList"/>
    <dgm:cxn modelId="{B3D830BF-1141-443E-A533-4FD08304223E}" type="presParOf" srcId="{8AE65703-D42F-4DA0-B02D-D2C8D57C5040}" destId="{56F37AAC-7DDF-4B32-A3ED-E3F96E9B1723}" srcOrd="6" destOrd="0" presId="urn:microsoft.com/office/officeart/2018/2/layout/IconVerticalSolidList"/>
    <dgm:cxn modelId="{0DCC1EF4-3082-4E4C-B8EE-6937CF7BFE43}" type="presParOf" srcId="{56F37AAC-7DDF-4B32-A3ED-E3F96E9B1723}" destId="{0E139776-2557-48F8-A376-26549A0555C3}" srcOrd="0" destOrd="0" presId="urn:microsoft.com/office/officeart/2018/2/layout/IconVerticalSolidList"/>
    <dgm:cxn modelId="{E72B2925-E185-4CA6-AC53-101CB7F7EE7F}" type="presParOf" srcId="{56F37AAC-7DDF-4B32-A3ED-E3F96E9B1723}" destId="{E298D5A2-DB6E-47A7-93D8-AA61CD8BCBBD}" srcOrd="1" destOrd="0" presId="urn:microsoft.com/office/officeart/2018/2/layout/IconVerticalSolidList"/>
    <dgm:cxn modelId="{6C269A7F-832D-4B15-B450-81CE9DB26E27}" type="presParOf" srcId="{56F37AAC-7DDF-4B32-A3ED-E3F96E9B1723}" destId="{F1C49B83-8982-4DE0-85D9-A70C39067133}" srcOrd="2" destOrd="0" presId="urn:microsoft.com/office/officeart/2018/2/layout/IconVerticalSolidList"/>
    <dgm:cxn modelId="{8BDB8DA2-BD0B-421C-85B1-BB910E268630}" type="presParOf" srcId="{56F37AAC-7DDF-4B32-A3ED-E3F96E9B1723}" destId="{ECC723D1-38D9-49E2-BE1F-267BFCA71CFF}" srcOrd="3" destOrd="0" presId="urn:microsoft.com/office/officeart/2018/2/layout/IconVerticalSolidList"/>
    <dgm:cxn modelId="{5FCFE9EC-F037-4659-91A3-EA54760B2292}" type="presParOf" srcId="{8AE65703-D42F-4DA0-B02D-D2C8D57C5040}" destId="{D50CEC0D-6871-4EE4-846A-7E61392673DD}" srcOrd="7" destOrd="0" presId="urn:microsoft.com/office/officeart/2018/2/layout/IconVerticalSolidList"/>
    <dgm:cxn modelId="{CCEC520E-5591-41F5-B083-6C4F11857912}" type="presParOf" srcId="{8AE65703-D42F-4DA0-B02D-D2C8D57C5040}" destId="{6B259A9D-644E-461E-8FDD-80BF205969F4}" srcOrd="8" destOrd="0" presId="urn:microsoft.com/office/officeart/2018/2/layout/IconVerticalSolidList"/>
    <dgm:cxn modelId="{80CDAE9C-BD52-474E-B6C0-EE9F953E1766}" type="presParOf" srcId="{6B259A9D-644E-461E-8FDD-80BF205969F4}" destId="{192751B4-0A14-4418-9CD1-8368C5EF333F}" srcOrd="0" destOrd="0" presId="urn:microsoft.com/office/officeart/2018/2/layout/IconVerticalSolidList"/>
    <dgm:cxn modelId="{7A057688-C3F2-466B-B716-7336CD34CA66}" type="presParOf" srcId="{6B259A9D-644E-461E-8FDD-80BF205969F4}" destId="{7C95F505-7C87-4681-BA9C-B1A62981B72A}" srcOrd="1" destOrd="0" presId="urn:microsoft.com/office/officeart/2018/2/layout/IconVerticalSolidList"/>
    <dgm:cxn modelId="{566F6AEC-44E2-47D3-A9B9-F9B84507CCEA}" type="presParOf" srcId="{6B259A9D-644E-461E-8FDD-80BF205969F4}" destId="{9FE3E048-A048-44AE-BEE0-FC9E4C464B7F}" srcOrd="2" destOrd="0" presId="urn:microsoft.com/office/officeart/2018/2/layout/IconVerticalSolidList"/>
    <dgm:cxn modelId="{7695B078-A456-4D6A-B260-21BEBBBC0D9E}" type="presParOf" srcId="{6B259A9D-644E-461E-8FDD-80BF205969F4}" destId="{A0141F56-963F-4849-8165-A06D6206E5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7CB8E-308F-4D24-AFB7-04FD077F5091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1044C4-7460-4C40-BA8C-E1DA99AB8F96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5F717-3FA6-4FC9-A667-1A6B44F8054B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Bike-sharing systems generate large amounts of data related to time, weather, and user behavior.</a:t>
          </a:r>
        </a:p>
      </dsp:txBody>
      <dsp:txXfrm>
        <a:off x="1834517" y="469890"/>
        <a:ext cx="3148942" cy="1335915"/>
      </dsp:txXfrm>
    </dsp:sp>
    <dsp:sp modelId="{2B011AB8-9C85-4E94-8735-6F42BC107144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A75AF-0280-4120-BA51-DB887D663166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FC93A-CE67-49F0-B186-533DB33A2696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This data is often </a:t>
          </a:r>
          <a:r>
            <a:rPr lang="en-US" sz="2000" b="1" kern="1200"/>
            <a:t>not effectively analyzed</a:t>
          </a:r>
          <a:r>
            <a:rPr lang="en-US" sz="2000" kern="1200"/>
            <a:t> to understand demand patterns.</a:t>
          </a:r>
        </a:p>
      </dsp:txBody>
      <dsp:txXfrm>
        <a:off x="7154322" y="469890"/>
        <a:ext cx="3148942" cy="1335915"/>
      </dsp:txXfrm>
    </dsp:sp>
    <dsp:sp modelId="{DFBB6E86-0FDD-4E9D-8B0A-3460DB8CD3C9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70CB2-D498-4775-855D-0535CD9AD694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2B32D-22E3-4DFD-AD1B-471DB58125F8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Lack of clear insights makes it difficult to </a:t>
          </a:r>
          <a:r>
            <a:rPr lang="en-US" sz="2000" b="1" kern="1200"/>
            <a:t>identify peak usage and demand drivers</a:t>
          </a:r>
          <a:r>
            <a:rPr lang="en-US" sz="2000" kern="1200"/>
            <a:t>.</a:t>
          </a:r>
        </a:p>
      </dsp:txBody>
      <dsp:txXfrm>
        <a:off x="1834517" y="2545532"/>
        <a:ext cx="3148942" cy="1335915"/>
      </dsp:txXfrm>
    </dsp:sp>
    <dsp:sp modelId="{1CE59900-A182-42C1-8111-8F385A973302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A187BB-50C9-43BD-9C40-915BF24FDC49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74916-51FC-4C6C-9022-EDD32B882C39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Inefficient analysis can lead to </a:t>
          </a:r>
          <a:r>
            <a:rPr lang="en-US" sz="2000" b="1" kern="1200"/>
            <a:t>poor resource planning and operational decisions</a:t>
          </a:r>
          <a:r>
            <a:rPr lang="en-US" sz="2000" kern="1200"/>
            <a:t>.</a:t>
          </a:r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13B7E-20D6-4909-BB3B-2F2E51D578F5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•Dataset 1 :- Time, date, season, weather, temperature</a:t>
          </a:r>
        </a:p>
      </dsp:txBody>
      <dsp:txXfrm>
        <a:off x="19451" y="19451"/>
        <a:ext cx="7620120" cy="625190"/>
      </dsp:txXfrm>
    </dsp:sp>
    <dsp:sp modelId="{A435161D-160F-49D2-A721-2FABB3607A4C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•Dataset 2 :- User type and rental count data</a:t>
          </a:r>
        </a:p>
      </dsp:txBody>
      <dsp:txXfrm>
        <a:off x="647801" y="775779"/>
        <a:ext cx="7315515" cy="625190"/>
      </dsp:txXfrm>
    </dsp:sp>
    <dsp:sp modelId="{5F23CA34-F2A8-40A5-A62F-7A8F488A8B6B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•Dataset 3 :- Additional contextual variables</a:t>
          </a:r>
        </a:p>
      </dsp:txBody>
      <dsp:txXfrm>
        <a:off x="1276151" y="1532107"/>
        <a:ext cx="7315515" cy="625190"/>
      </dsp:txXfrm>
    </dsp:sp>
    <dsp:sp modelId="{FD598524-0C94-4191-8F7B-5D7B3377ABAA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•Combined_Data_1&amp;2 :- Dataset 1 + Dataset 2 combined</a:t>
          </a:r>
        </a:p>
      </dsp:txBody>
      <dsp:txXfrm>
        <a:off x="1904501" y="2288435"/>
        <a:ext cx="7315515" cy="625190"/>
      </dsp:txXfrm>
    </dsp:sp>
    <dsp:sp modelId="{087EA928-591C-44A2-838F-7AF2B9647C30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</a:t>
          </a:r>
          <a:r>
            <a:rPr lang="en-US" sz="1800" kern="1200" dirty="0" err="1"/>
            <a:t>Final_Combined_Dataset</a:t>
          </a:r>
          <a:r>
            <a:rPr lang="en-US" sz="1800" kern="1200" dirty="0"/>
            <a:t> :- Dataset 1 + Dataset 2 + Dataset 3 combined</a:t>
          </a:r>
          <a:endParaRPr lang="en-US" sz="1800" kern="1200" dirty="0">
            <a:latin typeface="Aptos Display" panose="020F0302020204030204"/>
          </a:endParaRPr>
        </a:p>
      </dsp:txBody>
      <dsp:txXfrm>
        <a:off x="2532851" y="3044763"/>
        <a:ext cx="7315515" cy="625190"/>
      </dsp:txXfrm>
    </dsp:sp>
    <dsp:sp modelId="{77A69E80-79CC-4D8E-A4AA-E9EC6C6BF3A9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79890" y="485156"/>
        <a:ext cx="237414" cy="324824"/>
      </dsp:txXfrm>
    </dsp:sp>
    <dsp:sp modelId="{8B8C451C-4F57-4924-A940-A371440F2DEB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708241" y="1241484"/>
        <a:ext cx="237414" cy="324824"/>
      </dsp:txXfrm>
    </dsp:sp>
    <dsp:sp modelId="{002591FE-D7B1-489D-AE6A-BAC16B100AD0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336591" y="1986744"/>
        <a:ext cx="237414" cy="324824"/>
      </dsp:txXfrm>
    </dsp:sp>
    <dsp:sp modelId="{E0ECB1F2-97AC-4DF3-B537-EF7B71CB9458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964941" y="2750451"/>
        <a:ext cx="237414" cy="324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0C2AF-7A15-4B77-A8C1-68C9A2F1A5E6}">
      <dsp:nvSpPr>
        <dsp:cNvPr id="0" name=""/>
        <dsp:cNvSpPr/>
      </dsp:nvSpPr>
      <dsp:spPr>
        <a:xfrm>
          <a:off x="0" y="543"/>
          <a:ext cx="5633634" cy="12724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8E28C0-52BE-46C6-964E-AB4458C03577}">
      <dsp:nvSpPr>
        <dsp:cNvPr id="0" name=""/>
        <dsp:cNvSpPr/>
      </dsp:nvSpPr>
      <dsp:spPr>
        <a:xfrm>
          <a:off x="384915" y="286844"/>
          <a:ext cx="699846" cy="6998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183A6-95E6-4FFC-BAB6-C62C1F9808E7}">
      <dsp:nvSpPr>
        <dsp:cNvPr id="0" name=""/>
        <dsp:cNvSpPr/>
      </dsp:nvSpPr>
      <dsp:spPr>
        <a:xfrm>
          <a:off x="1469678" y="543"/>
          <a:ext cx="4163955" cy="1272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668" tIns="134668" rIns="134668" bIns="13466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Bike demand peaks on mid-week days (Tue–Thu)</a:t>
          </a:r>
          <a:r>
            <a:rPr lang="en-US" sz="1500" kern="1200"/>
            <a:t> even when temperature changes are moderate, indicating </a:t>
          </a:r>
          <a:r>
            <a:rPr lang="en-US" sz="1500" b="1" kern="1200"/>
            <a:t>routine-driven commuting behavior</a:t>
          </a:r>
          <a:r>
            <a:rPr lang="en-US" sz="1500" kern="1200"/>
            <a:t>.</a:t>
          </a:r>
        </a:p>
      </dsp:txBody>
      <dsp:txXfrm>
        <a:off x="1469678" y="543"/>
        <a:ext cx="4163955" cy="1272448"/>
      </dsp:txXfrm>
    </dsp:sp>
    <dsp:sp modelId="{D35A5DF0-2F94-4ED7-8DD0-EF4B7662B032}">
      <dsp:nvSpPr>
        <dsp:cNvPr id="0" name=""/>
        <dsp:cNvSpPr/>
      </dsp:nvSpPr>
      <dsp:spPr>
        <a:xfrm>
          <a:off x="0" y="1591105"/>
          <a:ext cx="5633634" cy="12724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0328EB-419A-4F5D-8427-4277F1BDDC15}">
      <dsp:nvSpPr>
        <dsp:cNvPr id="0" name=""/>
        <dsp:cNvSpPr/>
      </dsp:nvSpPr>
      <dsp:spPr>
        <a:xfrm>
          <a:off x="384915" y="1877406"/>
          <a:ext cx="699846" cy="6998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233D2-20A9-4694-A3F4-58BE9BAE154C}">
      <dsp:nvSpPr>
        <dsp:cNvPr id="0" name=""/>
        <dsp:cNvSpPr/>
      </dsp:nvSpPr>
      <dsp:spPr>
        <a:xfrm>
          <a:off x="1469678" y="1591105"/>
          <a:ext cx="4163955" cy="1272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668" tIns="134668" rIns="134668" bIns="13466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Higher temperatures on weekends do not translate into higher demand</a:t>
          </a:r>
          <a:r>
            <a:rPr lang="en-US" sz="1500" kern="1200"/>
            <a:t>, suggesting leisure rides are influenced by factors beyond temperature alone.</a:t>
          </a:r>
        </a:p>
      </dsp:txBody>
      <dsp:txXfrm>
        <a:off x="1469678" y="1591105"/>
        <a:ext cx="4163955" cy="1272448"/>
      </dsp:txXfrm>
    </dsp:sp>
    <dsp:sp modelId="{521CF846-361E-44B8-8105-A0DC6279E0E2}">
      <dsp:nvSpPr>
        <dsp:cNvPr id="0" name=""/>
        <dsp:cNvSpPr/>
      </dsp:nvSpPr>
      <dsp:spPr>
        <a:xfrm>
          <a:off x="0" y="3181666"/>
          <a:ext cx="5633634" cy="12724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08922-C3CA-4B89-B64A-9AF7BACB400A}">
      <dsp:nvSpPr>
        <dsp:cNvPr id="0" name=""/>
        <dsp:cNvSpPr/>
      </dsp:nvSpPr>
      <dsp:spPr>
        <a:xfrm>
          <a:off x="384915" y="3467967"/>
          <a:ext cx="699846" cy="6998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30FCE4-C89A-4A1E-A224-239A2C8569BE}">
      <dsp:nvSpPr>
        <dsp:cNvPr id="0" name=""/>
        <dsp:cNvSpPr/>
      </dsp:nvSpPr>
      <dsp:spPr>
        <a:xfrm>
          <a:off x="1469678" y="3181666"/>
          <a:ext cx="4163955" cy="1272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668" tIns="134668" rIns="134668" bIns="13466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Demand drops on Saturday and Sunday despite favorable temperatures</a:t>
          </a:r>
          <a:r>
            <a:rPr lang="en-US" sz="1500" kern="1200"/>
            <a:t>, highlighting that </a:t>
          </a:r>
          <a:r>
            <a:rPr lang="en-US" sz="1500" b="1" kern="1200"/>
            <a:t>weekday demand is necessity-based rather than weather-dependent</a:t>
          </a:r>
          <a:r>
            <a:rPr lang="en-US" sz="1500" kern="1200"/>
            <a:t>.</a:t>
          </a:r>
        </a:p>
      </dsp:txBody>
      <dsp:txXfrm>
        <a:off x="1469678" y="3181666"/>
        <a:ext cx="4163955" cy="12724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748925-5C6D-4E5D-A332-B5FCD9716F6B}">
      <dsp:nvSpPr>
        <dsp:cNvPr id="0" name=""/>
        <dsp:cNvSpPr/>
      </dsp:nvSpPr>
      <dsp:spPr>
        <a:xfrm>
          <a:off x="0" y="0"/>
          <a:ext cx="4693920" cy="6149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Bike demand is </a:t>
          </a:r>
          <a:r>
            <a:rPr lang="en-US" sz="1100" b="1" kern="1200"/>
            <a:t>consistently strong and commuter-driven</a:t>
          </a:r>
          <a:r>
            <a:rPr lang="en-US" sz="1100" kern="1200"/>
            <a:t>, with higher usage on weekdays than weekends.</a:t>
          </a:r>
        </a:p>
      </dsp:txBody>
      <dsp:txXfrm>
        <a:off x="18011" y="18011"/>
        <a:ext cx="3958406" cy="578915"/>
      </dsp:txXfrm>
    </dsp:sp>
    <dsp:sp modelId="{EF46BFDC-5C0B-4D5E-BF06-8C1949415E61}">
      <dsp:nvSpPr>
        <dsp:cNvPr id="0" name=""/>
        <dsp:cNvSpPr/>
      </dsp:nvSpPr>
      <dsp:spPr>
        <a:xfrm>
          <a:off x="350520" y="700345"/>
          <a:ext cx="4693920" cy="6149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Daytime hours record peak demand</a:t>
          </a:r>
          <a:r>
            <a:rPr lang="en-US" sz="1100" kern="1200"/>
            <a:t>, aligning with daily work and travel routines.</a:t>
          </a:r>
        </a:p>
      </dsp:txBody>
      <dsp:txXfrm>
        <a:off x="368531" y="718356"/>
        <a:ext cx="3907668" cy="578915"/>
      </dsp:txXfrm>
    </dsp:sp>
    <dsp:sp modelId="{419F56E1-6933-4EF5-A3E5-8DA05B7D4920}">
      <dsp:nvSpPr>
        <dsp:cNvPr id="0" name=""/>
        <dsp:cNvSpPr/>
      </dsp:nvSpPr>
      <dsp:spPr>
        <a:xfrm>
          <a:off x="701039" y="1400691"/>
          <a:ext cx="4693920" cy="6149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Registered users dominate total demand</a:t>
          </a:r>
          <a:r>
            <a:rPr lang="en-US" sz="1100" kern="1200"/>
            <a:t>, ensuring stable and recurring usage.</a:t>
          </a:r>
        </a:p>
      </dsp:txBody>
      <dsp:txXfrm>
        <a:off x="719050" y="1418702"/>
        <a:ext cx="3907668" cy="578915"/>
      </dsp:txXfrm>
    </dsp:sp>
    <dsp:sp modelId="{4AED0E04-B450-405C-ABAB-D84FDD75CD7E}">
      <dsp:nvSpPr>
        <dsp:cNvPr id="0" name=""/>
        <dsp:cNvSpPr/>
      </dsp:nvSpPr>
      <dsp:spPr>
        <a:xfrm>
          <a:off x="1051559" y="2101036"/>
          <a:ext cx="4693920" cy="6149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Weather and risk conditions influence demand intensity but do not stop usage</a:t>
          </a:r>
          <a:r>
            <a:rPr lang="en-US" sz="1100" kern="1200"/>
            <a:t>, indicating rider resilience.</a:t>
          </a:r>
        </a:p>
      </dsp:txBody>
      <dsp:txXfrm>
        <a:off x="1069570" y="2119047"/>
        <a:ext cx="3907668" cy="578915"/>
      </dsp:txXfrm>
    </dsp:sp>
    <dsp:sp modelId="{A59715B9-9DAD-4087-83E3-18E060A3E5B0}">
      <dsp:nvSpPr>
        <dsp:cNvPr id="0" name=""/>
        <dsp:cNvSpPr/>
      </dsp:nvSpPr>
      <dsp:spPr>
        <a:xfrm>
          <a:off x="1402079" y="2801382"/>
          <a:ext cx="4693920" cy="6149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Overall patterns show </a:t>
          </a:r>
          <a:r>
            <a:rPr lang="en-US" sz="1100" b="1" kern="1200"/>
            <a:t>reliable, time-based, and necessity-focused bike usage</a:t>
          </a:r>
          <a:r>
            <a:rPr lang="en-US" sz="1100" kern="1200"/>
            <a:t>.</a:t>
          </a:r>
        </a:p>
      </dsp:txBody>
      <dsp:txXfrm>
        <a:off x="1420090" y="2819393"/>
        <a:ext cx="3907668" cy="578915"/>
      </dsp:txXfrm>
    </dsp:sp>
    <dsp:sp modelId="{5E3ECA11-12F2-47B9-9ADB-571273DC62E0}">
      <dsp:nvSpPr>
        <dsp:cNvPr id="0" name=""/>
        <dsp:cNvSpPr/>
      </dsp:nvSpPr>
      <dsp:spPr>
        <a:xfrm>
          <a:off x="4294210" y="449246"/>
          <a:ext cx="399709" cy="39970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384145" y="449246"/>
        <a:ext cx="219839" cy="300781"/>
      </dsp:txXfrm>
    </dsp:sp>
    <dsp:sp modelId="{933B34A8-E748-4325-B4D2-05B2EBDD2770}">
      <dsp:nvSpPr>
        <dsp:cNvPr id="0" name=""/>
        <dsp:cNvSpPr/>
      </dsp:nvSpPr>
      <dsp:spPr>
        <a:xfrm>
          <a:off x="4644730" y="1149591"/>
          <a:ext cx="399709" cy="39970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734665" y="1149591"/>
        <a:ext cx="219839" cy="300781"/>
      </dsp:txXfrm>
    </dsp:sp>
    <dsp:sp modelId="{2C1784AF-ADE8-4D70-8838-114DB2FEA88E}">
      <dsp:nvSpPr>
        <dsp:cNvPr id="0" name=""/>
        <dsp:cNvSpPr/>
      </dsp:nvSpPr>
      <dsp:spPr>
        <a:xfrm>
          <a:off x="4995250" y="1839688"/>
          <a:ext cx="399709" cy="39970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085185" y="1839688"/>
        <a:ext cx="219839" cy="300781"/>
      </dsp:txXfrm>
    </dsp:sp>
    <dsp:sp modelId="{60D6F5ED-5912-4903-AAE9-02ABC25B4E03}">
      <dsp:nvSpPr>
        <dsp:cNvPr id="0" name=""/>
        <dsp:cNvSpPr/>
      </dsp:nvSpPr>
      <dsp:spPr>
        <a:xfrm>
          <a:off x="5345770" y="2546866"/>
          <a:ext cx="399709" cy="39970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435705" y="2546866"/>
        <a:ext cx="219839" cy="300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93151-1C0C-478F-AD69-5FA81B6F1EB1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7453F-7493-49B3-B3D5-C160B13C5280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AD920-30FD-4283-B5AA-C988F3F7FEFB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Bike-sharing demand is </a:t>
          </a:r>
          <a:r>
            <a:rPr lang="en-US" sz="1800" b="1" kern="1200"/>
            <a:t>predictable and commuter-driven</a:t>
          </a:r>
          <a:r>
            <a:rPr lang="en-US" sz="1800" kern="1200"/>
            <a:t>, with higher usage on weekdays.</a:t>
          </a:r>
        </a:p>
      </dsp:txBody>
      <dsp:txXfrm>
        <a:off x="836323" y="3399"/>
        <a:ext cx="9679276" cy="724089"/>
      </dsp:txXfrm>
    </dsp:sp>
    <dsp:sp modelId="{2DCFCCD7-CFCF-4734-B520-4BBFAB0A4BE5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842FF3-EAF3-4FC7-8355-052DB6D1D366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A4E93-5A30-41DF-B666-B1E02F629CD1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Daytime hours show peak demand</a:t>
          </a:r>
          <a:r>
            <a:rPr lang="en-US" sz="1800" kern="1200"/>
            <a:t>, aligning with work and travel routines.</a:t>
          </a:r>
        </a:p>
      </dsp:txBody>
      <dsp:txXfrm>
        <a:off x="836323" y="908511"/>
        <a:ext cx="9679276" cy="724089"/>
      </dsp:txXfrm>
    </dsp:sp>
    <dsp:sp modelId="{64ECDCB2-34C4-48E2-AB3F-CF2D7D393F20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6DFB2-3ECC-4BF7-B82C-09CEFD7B0078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F844A-B29C-4970-8F96-BD795FB72769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Registered users dominate total rentals</a:t>
          </a:r>
          <a:r>
            <a:rPr lang="en-US" sz="1800" kern="1200"/>
            <a:t>, ensuring consistent usage.</a:t>
          </a:r>
        </a:p>
      </dsp:txBody>
      <dsp:txXfrm>
        <a:off x="836323" y="1813624"/>
        <a:ext cx="9679276" cy="724089"/>
      </dsp:txXfrm>
    </dsp:sp>
    <dsp:sp modelId="{0E139776-2557-48F8-A376-26549A0555C3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98D5A2-DB6E-47A7-93D8-AA61CD8BCBBD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723D1-38D9-49E2-BE1F-267BFCA71CFF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Weather and risk conditions affect demand levels but do not stop usage</a:t>
          </a:r>
          <a:r>
            <a:rPr lang="en-US" sz="1800" kern="1200"/>
            <a:t>, indicating system resilience.</a:t>
          </a:r>
        </a:p>
      </dsp:txBody>
      <dsp:txXfrm>
        <a:off x="836323" y="2718736"/>
        <a:ext cx="9679276" cy="724089"/>
      </dsp:txXfrm>
    </dsp:sp>
    <dsp:sp modelId="{192751B4-0A14-4418-9CD1-8368C5EF333F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95F505-7C87-4681-BA9C-B1A62981B72A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41F56-963F-4849-8165-A06D6206E5EB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Overall trends support </a:t>
          </a:r>
          <a:r>
            <a:rPr lang="en-US" sz="1800" b="1" kern="1200"/>
            <a:t>efficient planning and data-driven decision-making</a:t>
          </a:r>
          <a:r>
            <a:rPr lang="en-US" sz="1800" kern="1200"/>
            <a:t>.</a:t>
          </a:r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6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Data-Driven Insights into Bike Sharing Demand Behavior</a:t>
            </a:r>
          </a:p>
          <a:p>
            <a:pPr algn="l"/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988" y="4433383"/>
            <a:ext cx="4793650" cy="11669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Analysis of Bike Rental Patterns Using Various Different Conditions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A5632B-11D7-B5C4-65EC-B66D0563A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559" y="2478495"/>
            <a:ext cx="3737164" cy="1915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7A5D35-2EEF-3402-F2CC-B5272551F951}"/>
              </a:ext>
            </a:extLst>
          </p:cNvPr>
          <p:cNvSpPr txBox="1"/>
          <p:nvPr/>
        </p:nvSpPr>
        <p:spPr>
          <a:xfrm>
            <a:off x="260443" y="6002912"/>
            <a:ext cx="81071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Submitted By :- Yug Rathi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46AE2-9983-C405-BB05-F72996F0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Problem Statement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AC38A395-B18A-BF79-48CA-463EB813AB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7173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B062C-8215-8E88-E5AC-C1ABEDC4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Datasets &amp; Scope of Analysis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C1AE481-46EB-F911-9855-FC2ECCA42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069677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284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2AB2EA-0674-D7C5-A451-4CEFD3081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Smart Insights into Bike-Sharing Demand Patterns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A6F6E6-E138-D4FE-C92F-2274878AC378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Demand peaks during </a:t>
            </a:r>
            <a:r>
              <a:rPr lang="en-US" sz="2000" b="1"/>
              <a:t>daytime hours</a:t>
            </a:r>
            <a:r>
              <a:rPr lang="en-US" sz="2000"/>
              <a:t>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Clear/mild weather</a:t>
            </a:r>
            <a:r>
              <a:rPr lang="en-US" sz="2000"/>
              <a:t> drives higher usage.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Weekdays lead demand</a:t>
            </a:r>
            <a:r>
              <a:rPr lang="en-US" sz="2000"/>
              <a:t>, showing commute dependence.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Registered users dominate rentals</a:t>
            </a:r>
            <a:r>
              <a:rPr lang="en-US" sz="2000"/>
              <a:t>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Bike-sharing demand is predictable, commuter-focused, and shaped by time and weather conditions.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4" name="Content Placeholder 3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AF726AB4-0D8A-DF8E-DB0C-2F6F0752D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4090" y="2597074"/>
            <a:ext cx="5225227" cy="2963949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0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A9B61-62E2-08A9-446F-97E073B4D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Impact of Weather on Rider Demand Patterns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6E0F7-63EA-87C0-D419-67F7937A05AE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Clear weather drives the highest and most balanced demand</a:t>
            </a:r>
            <a:r>
              <a:rPr lang="en-US"/>
              <a:t>, indicating stable usage from both casual and registered riders.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Registered riders remain active even in misty conditions</a:t>
            </a:r>
            <a:r>
              <a:rPr lang="en-US"/>
              <a:t>, showing weather-resilient commuter behavior.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As weather worsens, casual demand drops faster than registered demand</a:t>
            </a:r>
            <a:r>
              <a:rPr lang="en-US"/>
              <a:t>, shifting usage toward essential travel only.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68036E60-B8B1-1EBD-1C0C-EF177CBC80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2018121"/>
            <a:ext cx="5628018" cy="258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41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283C-08D7-B352-8ACA-EE50FBE2D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Weekday Temperature Influence on Bike Demand</a:t>
            </a:r>
            <a:endParaRPr lang="en-US" dirty="0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A4B6EFBE-957E-3A93-255E-7D8A717000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722304"/>
          <a:ext cx="5633634" cy="4454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graph showing the temperature and the temperature of a bike demand&#10;&#10;AI-generated content may be incorrect.">
            <a:extLst>
              <a:ext uri="{FF2B5EF4-FFF2-40B4-BE49-F238E27FC236}">
                <a16:creationId xmlns:a16="http://schemas.microsoft.com/office/drawing/2014/main" id="{E1FDCCB6-2A52-5191-3D2E-9C3861F1EB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528" y="2099374"/>
            <a:ext cx="547687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53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DB44B-186C-9AC2-1956-081E1B776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Daily Demand Rhythm: How Bike Usage Shifts by Time of Day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FE72C8-FA99-7164-12C6-128864209D3C}"/>
              </a:ext>
            </a:extLst>
          </p:cNvPr>
          <p:cNvSpPr txBox="1"/>
          <p:nvPr/>
        </p:nvSpPr>
        <p:spPr>
          <a:xfrm>
            <a:off x="1137034" y="2198362"/>
            <a:ext cx="4958966" cy="391777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Evening hours show the highest demand intensity</a:t>
            </a:r>
            <a:r>
              <a:rPr lang="en-US" sz="2000"/>
              <a:t>, reflecting post-work and return-trip clustering rather than spread-out usage.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Morning demand is lower but more consistent</a:t>
            </a:r>
            <a:r>
              <a:rPr lang="en-US" sz="2000"/>
              <a:t>, indicating structured, time-bound travel compared to flexible evening rides.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Night usage drops sharply</a:t>
            </a:r>
            <a:r>
              <a:rPr lang="en-US" sz="2000"/>
              <a:t>, highlighting a clear operational low-activity window for maintenance and resource optimization.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4" name="Content Placeholder 3" descr="A graph showing the amount of time of the bike&#10;&#10;AI-generated content may be incorrect.">
            <a:extLst>
              <a:ext uri="{FF2B5EF4-FFF2-40B4-BE49-F238E27FC236}">
                <a16:creationId xmlns:a16="http://schemas.microsoft.com/office/drawing/2014/main" id="{F09A2816-C473-77D5-E5BB-F0ECEEE9B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6452" y="2707951"/>
            <a:ext cx="5059725" cy="2141569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2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93EA1-666F-4E01-6842-940637CF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Hourly Demand Curve Reveals Peak Usage Windows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C46FF5-07ED-9EB6-B8FB-DCC5E0E74B80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/>
              <a:t>Two sharp demand spikes indicate synchronized user behavior</a:t>
            </a:r>
            <a:r>
              <a:rPr lang="en-US" sz="1300"/>
              <a:t>, pointing to fixed daily travel windows rather than random ride distribution.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/>
              <a:t>Midday demand remains moderate instead of collapsing</a:t>
            </a:r>
            <a:r>
              <a:rPr lang="en-US" sz="1300"/>
              <a:t>, suggesting secondary usage such as short errands or flexible schedules.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/>
              <a:t>Demand tapers gradually after the evening peak</a:t>
            </a:r>
            <a:r>
              <a:rPr lang="en-US" sz="1300"/>
              <a:t>, showing ride completion patterns rather than abrupt service drop-off.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/>
          </a:p>
        </p:txBody>
      </p:sp>
      <p:pic>
        <p:nvPicPr>
          <p:cNvPr id="4" name="Content Placeholder 3" descr="A line graph showing the price of a bike&#10;&#10;AI-generated content may be incorrect.">
            <a:extLst>
              <a:ext uri="{FF2B5EF4-FFF2-40B4-BE49-F238E27FC236}">
                <a16:creationId xmlns:a16="http://schemas.microsoft.com/office/drawing/2014/main" id="{8AEE3403-95A1-7FD7-1784-3943BA327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405" y="2734056"/>
            <a:ext cx="10719581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61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7181C-FD3E-3BB6-AB69-8E468F594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Demand Concentration Across Usage Levels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BE570A-A9EA-2351-28D8-DD0B8E010A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182" y="598507"/>
            <a:ext cx="4777381" cy="549124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ED0E4B-BF11-F948-5672-FADDDA016D57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Bike usage is dominated by low-demand periods</a:t>
            </a:r>
            <a:r>
              <a:rPr lang="en-US"/>
              <a:t>, indicating that high-volume usage is occasional rather than the system norm.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High-demand instances form a small but critical share</a:t>
            </a:r>
            <a:r>
              <a:rPr lang="en-US"/>
              <a:t>, suggesting short-duration stress points rather than sustained overload.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Medium demand acts as a transition zone</a:t>
            </a:r>
            <a:r>
              <a:rPr lang="en-US"/>
              <a:t>, reflecting fluctuating usage rather than stable mid-level performance.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3AEB-DA8C-333E-593D-272C1BAC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Pedal Pulse: Data-Driven Insights into Bike Demand Behavior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48C6C6-6B7B-B3CF-3CEB-E8CB62D15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343060"/>
            <a:ext cx="6096000" cy="2156408"/>
          </a:xfrm>
          <a:prstGeom prst="rect">
            <a:avLst/>
          </a:prstGeom>
        </p:spPr>
      </p:pic>
      <p:graphicFrame>
        <p:nvGraphicFramePr>
          <p:cNvPr id="118" name="TextBox 5">
            <a:extLst>
              <a:ext uri="{FF2B5EF4-FFF2-40B4-BE49-F238E27FC236}">
                <a16:creationId xmlns:a16="http://schemas.microsoft.com/office/drawing/2014/main" id="{3EA7AC64-D3F5-9CF2-984E-3B1009FE35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9268872"/>
              </p:ext>
            </p:extLst>
          </p:nvPr>
        </p:nvGraphicFramePr>
        <p:xfrm>
          <a:off x="201361" y="2028053"/>
          <a:ext cx="6096000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2986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0535A7-55D6-6244-831C-4F08D6FD0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Seasonal Shift in User Composition: Casual vs Registered Riders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89152-E685-63BD-B96D-F9665884BD36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Registered users consistently form the majority share</a:t>
            </a:r>
            <a:r>
              <a:rPr lang="en-US" sz="1700"/>
              <a:t>, indicating that platform usage is anchored by long-term subscribers rather than occasional riders.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Casual user contribution remains limited even across months</a:t>
            </a:r>
            <a:r>
              <a:rPr lang="en-US" sz="1700"/>
              <a:t>, showing that short-term adoption does not scale proportionally with overall demand.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Month-wise variation affects volume more than user mix</a:t>
            </a:r>
            <a:r>
              <a:rPr lang="en-US" sz="1700"/>
              <a:t>, meaning growth or decline happens within the same dominant user segment.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F8AE0C-3DB3-01E4-510B-7FA3C63E5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1687475"/>
            <a:ext cx="5628018" cy="325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76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E5FB3-1A84-BD1A-90B1-4FDEB4D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Bike Demand Peaks Under High-Risk Conditions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54E554-CC76-ED8C-5F24-BBBEBC9B82D3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Highest average bike demand occurs during High-Risk conditions</a:t>
            </a:r>
            <a:r>
              <a:rPr lang="en-US" sz="1700"/>
              <a:t>, indicating that users continue to rely on bikes even when conditions are unfavorable.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Medium-Risk conditions show moderate demand</a:t>
            </a:r>
            <a:r>
              <a:rPr lang="en-US" sz="1700"/>
              <a:t>, suggesting partial hesitation but continued usage.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Low-Risk conditions have the lowest average demand</a:t>
            </a:r>
            <a:r>
              <a:rPr lang="en-US" sz="1700"/>
              <a:t>, implying that demand is not solely driven by favorable conditions but by necessity and usage patterns.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9BB6C8-07E3-35D3-D043-5F4D0FFC4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1532" y="2899299"/>
            <a:ext cx="5150277" cy="288415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76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BE868-9D5F-79C1-A8AE-F496E54B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Midweek Dominates Bike Usage Patterns</a:t>
            </a: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graph showing the average bike demand by day of week&#10;&#10;AI-generated content may be incorrect.">
            <a:extLst>
              <a:ext uri="{FF2B5EF4-FFF2-40B4-BE49-F238E27FC236}">
                <a16:creationId xmlns:a16="http://schemas.microsoft.com/office/drawing/2014/main" id="{C801D3AA-3E56-EEB1-0506-F294EBDC1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182" y="1934801"/>
            <a:ext cx="4777381" cy="281865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D3B1AC-0081-FCDC-971E-6E3D62D377FB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Bike demand is strongest on working days</a:t>
            </a:r>
            <a:r>
              <a:rPr lang="en-US"/>
              <a:t>, highlighting a clear link with daily commuting behavior.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Midweek days outperform weekends</a:t>
            </a:r>
            <a:r>
              <a:rPr lang="en-US"/>
              <a:t>, showing consistent usage rather than leisure-driven demand.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Weekend demand drops noticeably</a:t>
            </a:r>
            <a:r>
              <a:rPr lang="en-US"/>
              <a:t>, indicating reduced dependency on bikes for routine travel.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43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F4DAF-7C58-6EFA-12E8-D4E45649A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Demand Concentration Shifts with Risk Severity</a:t>
            </a:r>
          </a:p>
        </p:txBody>
      </p:sp>
      <p:pic>
        <p:nvPicPr>
          <p:cNvPr id="4" name="Content Placeholder 3" descr="A diagram showing the average count by risk category&#10;&#10;AI-generated content may be incorrect.">
            <a:extLst>
              <a:ext uri="{FF2B5EF4-FFF2-40B4-BE49-F238E27FC236}">
                <a16:creationId xmlns:a16="http://schemas.microsoft.com/office/drawing/2014/main" id="{2EC70011-7F46-7A62-2E44-DB3D9342F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936" y="1743544"/>
            <a:ext cx="5458968" cy="3370912"/>
          </a:xfrm>
          <a:prstGeom prst="rect">
            <a:avLst/>
          </a:prstGeom>
        </p:spPr>
      </p:pic>
      <p:sp>
        <p:nvSpPr>
          <p:cNvPr id="35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1295C-6930-373D-F04A-7C881291FA92}"/>
              </a:ext>
            </a:extLst>
          </p:cNvPr>
          <p:cNvSpPr txBox="1"/>
          <p:nvPr/>
        </p:nvSpPr>
        <p:spPr>
          <a:xfrm>
            <a:off x="6739128" y="2664886"/>
            <a:ext cx="4818888" cy="355078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‘Good To Go’ conditions contribute the largest share of average demand</a:t>
            </a:r>
            <a:r>
              <a:rPr lang="en-US" sz="1900"/>
              <a:t>, making them the most reliable operating scenario.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Even under ‘Bad’ and ‘Very Risky’ conditions, demand remains significant</a:t>
            </a:r>
            <a:r>
              <a:rPr lang="en-US" sz="1900"/>
              <a:t>, showing strong user dependency on bike services.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Demand is distributed across all risk categories</a:t>
            </a:r>
            <a:r>
              <a:rPr lang="en-US" sz="1900"/>
              <a:t>, indicating resilience rather than sensitivity to a single condition type.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40458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9F2BD-95DF-F0DD-D3F7-414FDA58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Final Conclusion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3013F22C-719D-9B81-C45F-41F7C0A66C1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2578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98DF9-60EF-47BC-7039-8E6FBF37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6600">
                <a:ea typeface="+mj-lt"/>
                <a:cs typeface="+mj-lt"/>
              </a:rPr>
              <a:t>Thank You</a:t>
            </a:r>
            <a:endParaRPr lang="en-US" sz="66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F15A-7DD0-416C-19ED-E831B1177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This analysis demonstrates how data-driven insights can be used to understand bike-sharing demand patterns, improve operational planning, and support informed decision-making.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73866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Data-Driven Insights into Bike Sharing Demand Behavior </vt:lpstr>
      <vt:lpstr>Problem Statement</vt:lpstr>
      <vt:lpstr>Datasets &amp; Scope of Analysis</vt:lpstr>
      <vt:lpstr>Smart Insights into Bike-Sharing Demand Patterns</vt:lpstr>
      <vt:lpstr>Impact of Weather on Rider Demand Patterns</vt:lpstr>
      <vt:lpstr>Weekday Temperature Influence on Bike Demand</vt:lpstr>
      <vt:lpstr>Daily Demand Rhythm: How Bike Usage Shifts by Time of Day</vt:lpstr>
      <vt:lpstr>Hourly Demand Curve Reveals Peak Usage Windows</vt:lpstr>
      <vt:lpstr>Demand Concentration Across Usage Levels</vt:lpstr>
      <vt:lpstr>Pedal Pulse: Data-Driven Insights into Bike Demand Behavior</vt:lpstr>
      <vt:lpstr>Seasonal Shift in User Composition: Casual vs Registered Riders</vt:lpstr>
      <vt:lpstr>Bike Demand Peaks Under High-Risk Conditions</vt:lpstr>
      <vt:lpstr>Midweek Dominates Bike Usage Patterns </vt:lpstr>
      <vt:lpstr>Demand Concentration Shifts with Risk Severity</vt:lpstr>
      <vt:lpstr>Final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365</cp:revision>
  <dcterms:created xsi:type="dcterms:W3CDTF">2026-01-22T12:52:03Z</dcterms:created>
  <dcterms:modified xsi:type="dcterms:W3CDTF">2026-01-22T19:16:45Z</dcterms:modified>
</cp:coreProperties>
</file>